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78" r:id="rId5"/>
    <p:sldId id="276" r:id="rId6"/>
    <p:sldId id="279" r:id="rId7"/>
    <p:sldId id="259" r:id="rId8"/>
    <p:sldId id="260" r:id="rId9"/>
    <p:sldId id="261" r:id="rId10"/>
    <p:sldId id="275" r:id="rId11"/>
    <p:sldId id="277" r:id="rId12"/>
    <p:sldId id="262" r:id="rId13"/>
    <p:sldId id="263" r:id="rId14"/>
    <p:sldId id="264" r:id="rId15"/>
    <p:sldId id="268" r:id="rId16"/>
    <p:sldId id="265" r:id="rId17"/>
    <p:sldId id="280" r:id="rId18"/>
    <p:sldId id="274"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3" d="100"/>
          <a:sy n="73" d="100"/>
        </p:scale>
        <p:origin x="3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en Elisheba S" userId="da358a1db46f5c44" providerId="LiveId" clId="{ADF4BFF3-72B2-4712-9AAE-D1519CA25E6B}"/>
    <pc:docChg chg="undo custSel addSld modSld">
      <pc:chgData name="Keren Elisheba S" userId="da358a1db46f5c44" providerId="LiveId" clId="{ADF4BFF3-72B2-4712-9AAE-D1519CA25E6B}" dt="2024-10-20T10:22:06.811" v="1263" actId="1076"/>
      <pc:docMkLst>
        <pc:docMk/>
      </pc:docMkLst>
      <pc:sldChg chg="addSp delSp modSp mod">
        <pc:chgData name="Keren Elisheba S" userId="da358a1db46f5c44" providerId="LiveId" clId="{ADF4BFF3-72B2-4712-9AAE-D1519CA25E6B}" dt="2024-10-20T10:22:06.811" v="1263" actId="1076"/>
        <pc:sldMkLst>
          <pc:docMk/>
          <pc:sldMk cId="0" sldId="256"/>
        </pc:sldMkLst>
        <pc:spChg chg="mod">
          <ac:chgData name="Keren Elisheba S" userId="da358a1db46f5c44" providerId="LiveId" clId="{ADF4BFF3-72B2-4712-9AAE-D1519CA25E6B}" dt="2024-10-20T10:21:54.039" v="1260" actId="207"/>
          <ac:spMkLst>
            <pc:docMk/>
            <pc:sldMk cId="0" sldId="256"/>
            <ac:spMk id="8" creationId="{00000000-0000-0000-0000-000000000000}"/>
          </ac:spMkLst>
        </pc:spChg>
        <pc:spChg chg="mod">
          <ac:chgData name="Keren Elisheba S" userId="da358a1db46f5c44" providerId="LiveId" clId="{ADF4BFF3-72B2-4712-9AAE-D1519CA25E6B}" dt="2024-10-16T05:34:39.107" v="0"/>
          <ac:spMkLst>
            <pc:docMk/>
            <pc:sldMk cId="0" sldId="256"/>
            <ac:spMk id="87" creationId="{00000000-0000-0000-0000-000000000000}"/>
          </ac:spMkLst>
        </pc:spChg>
        <pc:spChg chg="mod">
          <ac:chgData name="Keren Elisheba S" userId="da358a1db46f5c44" providerId="LiveId" clId="{ADF4BFF3-72B2-4712-9AAE-D1519CA25E6B}" dt="2024-10-20T10:21:47.033" v="1259" actId="20577"/>
          <ac:spMkLst>
            <pc:docMk/>
            <pc:sldMk cId="0" sldId="256"/>
            <ac:spMk id="88" creationId="{00000000-0000-0000-0000-000000000000}"/>
          </ac:spMkLst>
        </pc:spChg>
        <pc:spChg chg="mod">
          <ac:chgData name="Keren Elisheba S" userId="da358a1db46f5c44" providerId="LiveId" clId="{ADF4BFF3-72B2-4712-9AAE-D1519CA25E6B}" dt="2024-10-20T10:22:06.811" v="1263" actId="1076"/>
          <ac:spMkLst>
            <pc:docMk/>
            <pc:sldMk cId="0" sldId="256"/>
            <ac:spMk id="90" creationId="{00000000-0000-0000-0000-000000000000}"/>
          </ac:spMkLst>
        </pc:spChg>
        <pc:graphicFrameChg chg="add mod modGraphic">
          <ac:chgData name="Keren Elisheba S" userId="da358a1db46f5c44" providerId="LiveId" clId="{ADF4BFF3-72B2-4712-9AAE-D1519CA25E6B}" dt="2024-10-20T10:20:29.947" v="1153" actId="1076"/>
          <ac:graphicFrameMkLst>
            <pc:docMk/>
            <pc:sldMk cId="0" sldId="256"/>
            <ac:graphicFrameMk id="2" creationId="{4D877A3B-0DB5-46DB-1216-8CA0D7FBBBF8}"/>
          </ac:graphicFrameMkLst>
        </pc:graphicFrameChg>
        <pc:graphicFrameChg chg="del modGraphic">
          <ac:chgData name="Keren Elisheba S" userId="da358a1db46f5c44" providerId="LiveId" clId="{ADF4BFF3-72B2-4712-9AAE-D1519CA25E6B}" dt="2024-10-20T10:20:23.834" v="1151" actId="478"/>
          <ac:graphicFrameMkLst>
            <pc:docMk/>
            <pc:sldMk cId="0" sldId="256"/>
            <ac:graphicFrameMk id="89" creationId="{00000000-0000-0000-0000-000000000000}"/>
          </ac:graphicFrameMkLst>
        </pc:graphicFrameChg>
      </pc:sldChg>
      <pc:sldChg chg="modSp mod">
        <pc:chgData name="Keren Elisheba S" userId="da358a1db46f5c44" providerId="LiveId" clId="{ADF4BFF3-72B2-4712-9AAE-D1519CA25E6B}" dt="2024-10-16T07:02:01.135" v="161" actId="404"/>
        <pc:sldMkLst>
          <pc:docMk/>
          <pc:sldMk cId="3633487232" sldId="257"/>
        </pc:sldMkLst>
        <pc:spChg chg="mod">
          <ac:chgData name="Keren Elisheba S" userId="da358a1db46f5c44" providerId="LiveId" clId="{ADF4BFF3-72B2-4712-9AAE-D1519CA25E6B}" dt="2024-10-16T07:02:01.135" v="161" actId="404"/>
          <ac:spMkLst>
            <pc:docMk/>
            <pc:sldMk cId="3633487232" sldId="257"/>
            <ac:spMk id="3" creationId="{00000000-0000-0000-0000-000000000000}"/>
          </ac:spMkLst>
        </pc:spChg>
      </pc:sldChg>
      <pc:sldChg chg="modSp mod">
        <pc:chgData name="Keren Elisheba S" userId="da358a1db46f5c44" providerId="LiveId" clId="{ADF4BFF3-72B2-4712-9AAE-D1519CA25E6B}" dt="2024-10-20T10:18:35.692" v="1135" actId="20577"/>
        <pc:sldMkLst>
          <pc:docMk/>
          <pc:sldMk cId="3767711167" sldId="258"/>
        </pc:sldMkLst>
        <pc:spChg chg="mod">
          <ac:chgData name="Keren Elisheba S" userId="da358a1db46f5c44" providerId="LiveId" clId="{ADF4BFF3-72B2-4712-9AAE-D1519CA25E6B}" dt="2024-10-20T10:18:35.692" v="1135" actId="20577"/>
          <ac:spMkLst>
            <pc:docMk/>
            <pc:sldMk cId="3767711167" sldId="258"/>
            <ac:spMk id="3" creationId="{00000000-0000-0000-0000-000000000000}"/>
          </ac:spMkLst>
        </pc:spChg>
      </pc:sldChg>
      <pc:sldChg chg="modSp mod">
        <pc:chgData name="Keren Elisheba S" userId="da358a1db46f5c44" providerId="LiveId" clId="{ADF4BFF3-72B2-4712-9AAE-D1519CA25E6B}" dt="2024-10-16T05:54:45.618" v="114"/>
        <pc:sldMkLst>
          <pc:docMk/>
          <pc:sldMk cId="2659618667" sldId="259"/>
        </pc:sldMkLst>
        <pc:spChg chg="mod">
          <ac:chgData name="Keren Elisheba S" userId="da358a1db46f5c44" providerId="LiveId" clId="{ADF4BFF3-72B2-4712-9AAE-D1519CA25E6B}" dt="2024-10-16T05:54:45.618" v="114"/>
          <ac:spMkLst>
            <pc:docMk/>
            <pc:sldMk cId="2659618667" sldId="259"/>
            <ac:spMk id="3" creationId="{00000000-0000-0000-0000-000000000000}"/>
          </ac:spMkLst>
        </pc:spChg>
      </pc:sldChg>
      <pc:sldChg chg="modSp mod">
        <pc:chgData name="Keren Elisheba S" userId="da358a1db46f5c44" providerId="LiveId" clId="{ADF4BFF3-72B2-4712-9AAE-D1519CA25E6B}" dt="2024-10-16T05:38:50.942" v="23" actId="13926"/>
        <pc:sldMkLst>
          <pc:docMk/>
          <pc:sldMk cId="2666729557" sldId="260"/>
        </pc:sldMkLst>
        <pc:spChg chg="mod">
          <ac:chgData name="Keren Elisheba S" userId="da358a1db46f5c44" providerId="LiveId" clId="{ADF4BFF3-72B2-4712-9AAE-D1519CA25E6B}" dt="2024-10-16T05:38:50.942" v="23" actId="13926"/>
          <ac:spMkLst>
            <pc:docMk/>
            <pc:sldMk cId="2666729557" sldId="260"/>
            <ac:spMk id="3" creationId="{00000000-0000-0000-0000-000000000000}"/>
          </ac:spMkLst>
        </pc:spChg>
      </pc:sldChg>
      <pc:sldChg chg="modSp mod">
        <pc:chgData name="Keren Elisheba S" userId="da358a1db46f5c44" providerId="LiveId" clId="{ADF4BFF3-72B2-4712-9AAE-D1519CA25E6B}" dt="2024-10-20T09:37:27.120" v="450"/>
        <pc:sldMkLst>
          <pc:docMk/>
          <pc:sldMk cId="2314944744" sldId="261"/>
        </pc:sldMkLst>
        <pc:spChg chg="mod">
          <ac:chgData name="Keren Elisheba S" userId="da358a1db46f5c44" providerId="LiveId" clId="{ADF4BFF3-72B2-4712-9AAE-D1519CA25E6B}" dt="2024-10-20T09:37:27.120" v="450"/>
          <ac:spMkLst>
            <pc:docMk/>
            <pc:sldMk cId="2314944744" sldId="261"/>
            <ac:spMk id="3" creationId="{00000000-0000-0000-0000-000000000000}"/>
          </ac:spMkLst>
        </pc:spChg>
      </pc:sldChg>
      <pc:sldChg chg="addSp delSp modSp">
        <pc:chgData name="Keren Elisheba S" userId="da358a1db46f5c44" providerId="LiveId" clId="{ADF4BFF3-72B2-4712-9AAE-D1519CA25E6B}" dt="2024-10-20T09:38:05.666" v="453"/>
        <pc:sldMkLst>
          <pc:docMk/>
          <pc:sldMk cId="3677332887" sldId="262"/>
        </pc:sldMkLst>
        <pc:spChg chg="del">
          <ac:chgData name="Keren Elisheba S" userId="da358a1db46f5c44" providerId="LiveId" clId="{ADF4BFF3-72B2-4712-9AAE-D1519CA25E6B}" dt="2024-10-20T09:38:05.666" v="453"/>
          <ac:spMkLst>
            <pc:docMk/>
            <pc:sldMk cId="3677332887" sldId="262"/>
            <ac:spMk id="3" creationId="{00000000-0000-0000-0000-000000000000}"/>
          </ac:spMkLst>
        </pc:spChg>
        <pc:picChg chg="add mod">
          <ac:chgData name="Keren Elisheba S" userId="da358a1db46f5c44" providerId="LiveId" clId="{ADF4BFF3-72B2-4712-9AAE-D1519CA25E6B}" dt="2024-10-20T09:38:05.666" v="453"/>
          <ac:picMkLst>
            <pc:docMk/>
            <pc:sldMk cId="3677332887" sldId="262"/>
            <ac:picMk id="4" creationId="{4937D567-2711-2B74-5A2D-1956A17AA9A3}"/>
          </ac:picMkLst>
        </pc:picChg>
      </pc:sldChg>
      <pc:sldChg chg="modSp mod">
        <pc:chgData name="Keren Elisheba S" userId="da358a1db46f5c44" providerId="LiveId" clId="{ADF4BFF3-72B2-4712-9AAE-D1519CA25E6B}" dt="2024-10-20T09:42:22.236" v="525" actId="2711"/>
        <pc:sldMkLst>
          <pc:docMk/>
          <pc:sldMk cId="1923928155" sldId="263"/>
        </pc:sldMkLst>
        <pc:spChg chg="mod">
          <ac:chgData name="Keren Elisheba S" userId="da358a1db46f5c44" providerId="LiveId" clId="{ADF4BFF3-72B2-4712-9AAE-D1519CA25E6B}" dt="2024-10-20T09:42:22.236" v="525" actId="2711"/>
          <ac:spMkLst>
            <pc:docMk/>
            <pc:sldMk cId="1923928155" sldId="263"/>
            <ac:spMk id="3" creationId="{00000000-0000-0000-0000-000000000000}"/>
          </ac:spMkLst>
        </pc:spChg>
      </pc:sldChg>
      <pc:sldChg chg="modSp mod">
        <pc:chgData name="Keren Elisheba S" userId="da358a1db46f5c44" providerId="LiveId" clId="{ADF4BFF3-72B2-4712-9AAE-D1519CA25E6B}" dt="2024-10-20T10:19:26.555" v="1144" actId="20577"/>
        <pc:sldMkLst>
          <pc:docMk/>
          <pc:sldMk cId="2238571193" sldId="264"/>
        </pc:sldMkLst>
        <pc:spChg chg="mod">
          <ac:chgData name="Keren Elisheba S" userId="da358a1db46f5c44" providerId="LiveId" clId="{ADF4BFF3-72B2-4712-9AAE-D1519CA25E6B}" dt="2024-10-20T10:19:26.555" v="1144" actId="20577"/>
          <ac:spMkLst>
            <pc:docMk/>
            <pc:sldMk cId="2238571193" sldId="264"/>
            <ac:spMk id="3" creationId="{00000000-0000-0000-0000-000000000000}"/>
          </ac:spMkLst>
        </pc:spChg>
      </pc:sldChg>
      <pc:sldChg chg="modSp mod">
        <pc:chgData name="Keren Elisheba S" userId="da358a1db46f5c44" providerId="LiveId" clId="{ADF4BFF3-72B2-4712-9AAE-D1519CA25E6B}" dt="2024-10-20T09:55:58.758" v="769" actId="27636"/>
        <pc:sldMkLst>
          <pc:docMk/>
          <pc:sldMk cId="3613863315" sldId="265"/>
        </pc:sldMkLst>
        <pc:spChg chg="mod">
          <ac:chgData name="Keren Elisheba S" userId="da358a1db46f5c44" providerId="LiveId" clId="{ADF4BFF3-72B2-4712-9AAE-D1519CA25E6B}" dt="2024-10-20T09:55:58.758" v="769" actId="27636"/>
          <ac:spMkLst>
            <pc:docMk/>
            <pc:sldMk cId="3613863315" sldId="265"/>
            <ac:spMk id="3" creationId="{00000000-0000-0000-0000-000000000000}"/>
          </ac:spMkLst>
        </pc:spChg>
      </pc:sldChg>
      <pc:sldChg chg="delSp modSp mod">
        <pc:chgData name="Keren Elisheba S" userId="da358a1db46f5c44" providerId="LiveId" clId="{ADF4BFF3-72B2-4712-9AAE-D1519CA25E6B}" dt="2024-10-20T10:19:43.458" v="1148" actId="478"/>
        <pc:sldMkLst>
          <pc:docMk/>
          <pc:sldMk cId="3691672322" sldId="266"/>
        </pc:sldMkLst>
        <pc:spChg chg="del mod">
          <ac:chgData name="Keren Elisheba S" userId="da358a1db46f5c44" providerId="LiveId" clId="{ADF4BFF3-72B2-4712-9AAE-D1519CA25E6B}" dt="2024-10-20T10:19:43.458" v="1148" actId="478"/>
          <ac:spMkLst>
            <pc:docMk/>
            <pc:sldMk cId="3691672322" sldId="266"/>
            <ac:spMk id="2" creationId="{00000000-0000-0000-0000-000000000000}"/>
          </ac:spMkLst>
        </pc:spChg>
      </pc:sldChg>
      <pc:sldChg chg="modSp mod">
        <pc:chgData name="Keren Elisheba S" userId="da358a1db46f5c44" providerId="LiveId" clId="{ADF4BFF3-72B2-4712-9AAE-D1519CA25E6B}" dt="2024-10-20T09:44:10.767" v="531" actId="122"/>
        <pc:sldMkLst>
          <pc:docMk/>
          <pc:sldMk cId="2856357337" sldId="268"/>
        </pc:sldMkLst>
        <pc:spChg chg="mod">
          <ac:chgData name="Keren Elisheba S" userId="da358a1db46f5c44" providerId="LiveId" clId="{ADF4BFF3-72B2-4712-9AAE-D1519CA25E6B}" dt="2024-10-20T09:44:10.767" v="531" actId="122"/>
          <ac:spMkLst>
            <pc:docMk/>
            <pc:sldMk cId="2856357337" sldId="268"/>
            <ac:spMk id="5" creationId="{00000000-0000-0000-0000-000000000000}"/>
          </ac:spMkLst>
        </pc:spChg>
      </pc:sldChg>
      <pc:sldChg chg="delSp modSp mod">
        <pc:chgData name="Keren Elisheba S" userId="da358a1db46f5c44" providerId="LiveId" clId="{ADF4BFF3-72B2-4712-9AAE-D1519CA25E6B}" dt="2024-10-20T10:19:36.801" v="1146" actId="478"/>
        <pc:sldMkLst>
          <pc:docMk/>
          <pc:sldMk cId="3795449471" sldId="274"/>
        </pc:sldMkLst>
        <pc:spChg chg="del mod">
          <ac:chgData name="Keren Elisheba S" userId="da358a1db46f5c44" providerId="LiveId" clId="{ADF4BFF3-72B2-4712-9AAE-D1519CA25E6B}" dt="2024-10-20T10:19:36.801" v="1146" actId="478"/>
          <ac:spMkLst>
            <pc:docMk/>
            <pc:sldMk cId="3795449471" sldId="274"/>
            <ac:spMk id="6" creationId="{EA944A2A-59CE-0D28-76C1-2B1B38111B31}"/>
          </ac:spMkLst>
        </pc:spChg>
      </pc:sldChg>
      <pc:sldChg chg="addSp delSp modSp">
        <pc:chgData name="Keren Elisheba S" userId="da358a1db46f5c44" providerId="LiveId" clId="{ADF4BFF3-72B2-4712-9AAE-D1519CA25E6B}" dt="2024-10-20T09:37:38.328" v="451"/>
        <pc:sldMkLst>
          <pc:docMk/>
          <pc:sldMk cId="593898751" sldId="275"/>
        </pc:sldMkLst>
        <pc:spChg chg="del">
          <ac:chgData name="Keren Elisheba S" userId="da358a1db46f5c44" providerId="LiveId" clId="{ADF4BFF3-72B2-4712-9AAE-D1519CA25E6B}" dt="2024-10-20T09:37:38.328" v="451"/>
          <ac:spMkLst>
            <pc:docMk/>
            <pc:sldMk cId="593898751" sldId="275"/>
            <ac:spMk id="3" creationId="{E247C48A-A695-CEA8-2CD0-BD39108BAB2F}"/>
          </ac:spMkLst>
        </pc:spChg>
        <pc:picChg chg="add mod">
          <ac:chgData name="Keren Elisheba S" userId="da358a1db46f5c44" providerId="LiveId" clId="{ADF4BFF3-72B2-4712-9AAE-D1519CA25E6B}" dt="2024-10-20T09:37:38.328" v="451"/>
          <ac:picMkLst>
            <pc:docMk/>
            <pc:sldMk cId="593898751" sldId="275"/>
            <ac:picMk id="5" creationId="{AD3CFF34-A831-E2CA-A774-47512B22C350}"/>
          </ac:picMkLst>
        </pc:picChg>
      </pc:sldChg>
      <pc:sldChg chg="addSp delSp modSp mod">
        <pc:chgData name="Keren Elisheba S" userId="da358a1db46f5c44" providerId="LiveId" clId="{ADF4BFF3-72B2-4712-9AAE-D1519CA25E6B}" dt="2024-10-16T07:34:49.769" v="423" actId="1076"/>
        <pc:sldMkLst>
          <pc:docMk/>
          <pc:sldMk cId="1637666217" sldId="276"/>
        </pc:sldMkLst>
        <pc:spChg chg="mod">
          <ac:chgData name="Keren Elisheba S" userId="da358a1db46f5c44" providerId="LiveId" clId="{ADF4BFF3-72B2-4712-9AAE-D1519CA25E6B}" dt="2024-10-16T07:34:19.352" v="421" actId="20577"/>
          <ac:spMkLst>
            <pc:docMk/>
            <pc:sldMk cId="1637666217" sldId="276"/>
            <ac:spMk id="3" creationId="{6B8BBEEA-9AE3-9AD1-DBF4-A2CC98EF1B9B}"/>
          </ac:spMkLst>
        </pc:spChg>
        <pc:graphicFrameChg chg="add mod modGraphic">
          <ac:chgData name="Keren Elisheba S" userId="da358a1db46f5c44" providerId="LiveId" clId="{ADF4BFF3-72B2-4712-9AAE-D1519CA25E6B}" dt="2024-10-16T07:34:49.769" v="423" actId="1076"/>
          <ac:graphicFrameMkLst>
            <pc:docMk/>
            <pc:sldMk cId="1637666217" sldId="276"/>
            <ac:graphicFrameMk id="4" creationId="{F1A4B984-54F8-ABF4-D903-3E2F31AD833A}"/>
          </ac:graphicFrameMkLst>
        </pc:graphicFrameChg>
        <pc:graphicFrameChg chg="add del mod modGraphic">
          <ac:chgData name="Keren Elisheba S" userId="da358a1db46f5c44" providerId="LiveId" clId="{ADF4BFF3-72B2-4712-9AAE-D1519CA25E6B}" dt="2024-10-16T07:32:40.037" v="403" actId="478"/>
          <ac:graphicFrameMkLst>
            <pc:docMk/>
            <pc:sldMk cId="1637666217" sldId="276"/>
            <ac:graphicFrameMk id="5" creationId="{1B63492B-0EAC-E3FB-0FF8-CD221E5DA98C}"/>
          </ac:graphicFrameMkLst>
        </pc:graphicFrameChg>
        <pc:graphicFrameChg chg="add mod">
          <ac:chgData name="Keren Elisheba S" userId="da358a1db46f5c44" providerId="LiveId" clId="{ADF4BFF3-72B2-4712-9AAE-D1519CA25E6B}" dt="2024-10-16T07:34:46.921" v="422" actId="1076"/>
          <ac:graphicFrameMkLst>
            <pc:docMk/>
            <pc:sldMk cId="1637666217" sldId="276"/>
            <ac:graphicFrameMk id="6" creationId="{CC7A6853-956E-D726-B885-F6EC35EFD016}"/>
          </ac:graphicFrameMkLst>
        </pc:graphicFrameChg>
      </pc:sldChg>
      <pc:sldChg chg="modSp mod">
        <pc:chgData name="Keren Elisheba S" userId="da358a1db46f5c44" providerId="LiveId" clId="{ADF4BFF3-72B2-4712-9AAE-D1519CA25E6B}" dt="2024-10-20T09:37:52.027" v="452"/>
        <pc:sldMkLst>
          <pc:docMk/>
          <pc:sldMk cId="825552305" sldId="277"/>
        </pc:sldMkLst>
        <pc:spChg chg="mod">
          <ac:chgData name="Keren Elisheba S" userId="da358a1db46f5c44" providerId="LiveId" clId="{ADF4BFF3-72B2-4712-9AAE-D1519CA25E6B}" dt="2024-10-20T09:37:52.027" v="452"/>
          <ac:spMkLst>
            <pc:docMk/>
            <pc:sldMk cId="825552305" sldId="277"/>
            <ac:spMk id="3" creationId="{15C84BCC-0DB1-FDE0-3402-D7F5BF535CDB}"/>
          </ac:spMkLst>
        </pc:spChg>
      </pc:sldChg>
      <pc:sldChg chg="addSp modSp add mod">
        <pc:chgData name="Keren Elisheba S" userId="da358a1db46f5c44" providerId="LiveId" clId="{ADF4BFF3-72B2-4712-9AAE-D1519CA25E6B}" dt="2024-10-20T10:17:51.973" v="1111" actId="113"/>
        <pc:sldMkLst>
          <pc:docMk/>
          <pc:sldMk cId="861927044" sldId="278"/>
        </pc:sldMkLst>
        <pc:spChg chg="mod">
          <ac:chgData name="Keren Elisheba S" userId="da358a1db46f5c44" providerId="LiveId" clId="{ADF4BFF3-72B2-4712-9AAE-D1519CA25E6B}" dt="2024-10-20T10:17:51.973" v="1111" actId="113"/>
          <ac:spMkLst>
            <pc:docMk/>
            <pc:sldMk cId="861927044" sldId="278"/>
            <ac:spMk id="3" creationId="{00000000-0000-0000-0000-000000000000}"/>
          </ac:spMkLst>
        </pc:spChg>
        <pc:spChg chg="add">
          <ac:chgData name="Keren Elisheba S" userId="da358a1db46f5c44" providerId="LiveId" clId="{ADF4BFF3-72B2-4712-9AAE-D1519CA25E6B}" dt="2024-10-20T10:13:59.563" v="957"/>
          <ac:spMkLst>
            <pc:docMk/>
            <pc:sldMk cId="861927044" sldId="278"/>
            <ac:spMk id="4" creationId="{7E78871D-75FF-B91D-A209-86496C0D65A4}"/>
          </ac:spMkLst>
        </pc:spChg>
      </pc:sldChg>
      <pc:sldChg chg="modSp add mod">
        <pc:chgData name="Keren Elisheba S" userId="da358a1db46f5c44" providerId="LiveId" clId="{ADF4BFF3-72B2-4712-9AAE-D1519CA25E6B}" dt="2024-10-16T08:19:35.366" v="449" actId="1036"/>
        <pc:sldMkLst>
          <pc:docMk/>
          <pc:sldMk cId="81128316" sldId="279"/>
        </pc:sldMkLst>
        <pc:spChg chg="mod">
          <ac:chgData name="Keren Elisheba S" userId="da358a1db46f5c44" providerId="LiveId" clId="{ADF4BFF3-72B2-4712-9AAE-D1519CA25E6B}" dt="2024-10-16T08:19:35.366" v="449" actId="1036"/>
          <ac:spMkLst>
            <pc:docMk/>
            <pc:sldMk cId="81128316" sldId="279"/>
            <ac:spMk id="3" creationId="{6B8BBEEA-9AE3-9AD1-DBF4-A2CC98EF1B9B}"/>
          </ac:spMkLst>
        </pc:spChg>
        <pc:graphicFrameChg chg="mod">
          <ac:chgData name="Keren Elisheba S" userId="da358a1db46f5c44" providerId="LiveId" clId="{ADF4BFF3-72B2-4712-9AAE-D1519CA25E6B}" dt="2024-10-16T07:37:47.966" v="448"/>
          <ac:graphicFrameMkLst>
            <pc:docMk/>
            <pc:sldMk cId="81128316" sldId="279"/>
            <ac:graphicFrameMk id="4" creationId="{F1A4B984-54F8-ABF4-D903-3E2F31AD833A}"/>
          </ac:graphicFrameMkLst>
        </pc:graphicFrameChg>
      </pc:sldChg>
      <pc:sldChg chg="modSp add mod">
        <pc:chgData name="Keren Elisheba S" userId="da358a1db46f5c44" providerId="LiveId" clId="{ADF4BFF3-72B2-4712-9AAE-D1519CA25E6B}" dt="2024-10-20T10:12:23.672" v="915"/>
        <pc:sldMkLst>
          <pc:docMk/>
          <pc:sldMk cId="2589250240" sldId="280"/>
        </pc:sldMkLst>
        <pc:spChg chg="mod">
          <ac:chgData name="Keren Elisheba S" userId="da358a1db46f5c44" providerId="LiveId" clId="{ADF4BFF3-72B2-4712-9AAE-D1519CA25E6B}" dt="2024-10-20T10:12:23.672" v="915"/>
          <ac:spMkLst>
            <pc:docMk/>
            <pc:sldMk cId="2589250240" sldId="280"/>
            <ac:spMk id="3" creationId="{00000000-0000-0000-0000-000000000000}"/>
          </ac:spMkLst>
        </pc:spChg>
      </pc:sldChg>
    </pc:docChg>
  </pc:docChgLst>
  <pc:docChgLst>
    <pc:chgData name="Keren Elisheba S" userId="da358a1db46f5c44" providerId="LiveId" clId="{70568B42-EDEB-4669-A3F8-17CC118BFA8C}"/>
    <pc:docChg chg="modSld">
      <pc:chgData name="Keren Elisheba S" userId="da358a1db46f5c44" providerId="LiveId" clId="{70568B42-EDEB-4669-A3F8-17CC118BFA8C}" dt="2024-10-21T00:53:32.297" v="4" actId="14100"/>
      <pc:docMkLst>
        <pc:docMk/>
      </pc:docMkLst>
      <pc:sldChg chg="addSp delSp modSp mod">
        <pc:chgData name="Keren Elisheba S" userId="da358a1db46f5c44" providerId="LiveId" clId="{70568B42-EDEB-4669-A3F8-17CC118BFA8C}" dt="2024-10-21T00:53:32.297" v="4" actId="14100"/>
        <pc:sldMkLst>
          <pc:docMk/>
          <pc:sldMk cId="2659618667" sldId="259"/>
        </pc:sldMkLst>
        <pc:spChg chg="del mod">
          <ac:chgData name="Keren Elisheba S" userId="da358a1db46f5c44" providerId="LiveId" clId="{70568B42-EDEB-4669-A3F8-17CC118BFA8C}" dt="2024-10-21T00:53:21.573" v="1"/>
          <ac:spMkLst>
            <pc:docMk/>
            <pc:sldMk cId="2659618667" sldId="259"/>
            <ac:spMk id="3" creationId="{00000000-0000-0000-0000-000000000000}"/>
          </ac:spMkLst>
        </pc:spChg>
        <pc:picChg chg="add mod">
          <ac:chgData name="Keren Elisheba S" userId="da358a1db46f5c44" providerId="LiveId" clId="{70568B42-EDEB-4669-A3F8-17CC118BFA8C}" dt="2024-10-21T00:53:32.297" v="4" actId="14100"/>
          <ac:picMkLst>
            <pc:docMk/>
            <pc:sldMk cId="2659618667" sldId="259"/>
            <ac:picMk id="5" creationId="{E7413ACB-54D3-0BDF-472E-1E5CBD2E6FB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C5EF2D-8830-41FF-9479-E4E85CAB76A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8C1DFDE-60E4-43B0-B24B-751E9C827EE5}">
      <dgm:prSet phldrT="[Text]" custT="1"/>
      <dgm:spPr/>
      <dgm:t>
        <a:bodyPr/>
        <a:lstStyle/>
        <a:p>
          <a:pPr algn="ctr"/>
          <a:r>
            <a:rPr lang="en-IN" sz="2000" dirty="0"/>
            <a:t>Manual Processing</a:t>
          </a:r>
        </a:p>
      </dgm:t>
    </dgm:pt>
    <dgm:pt modelId="{C0F1E534-180E-4CBC-8CFB-3998DA9342C0}" type="parTrans" cxnId="{165424E5-2693-4EDF-AA3D-EA2B54097B70}">
      <dgm:prSet/>
      <dgm:spPr/>
      <dgm:t>
        <a:bodyPr/>
        <a:lstStyle/>
        <a:p>
          <a:endParaRPr lang="en-IN"/>
        </a:p>
      </dgm:t>
    </dgm:pt>
    <dgm:pt modelId="{2A76F2CE-24EB-42C6-8705-611E18A770A5}" type="sibTrans" cxnId="{165424E5-2693-4EDF-AA3D-EA2B54097B70}">
      <dgm:prSet/>
      <dgm:spPr/>
      <dgm:t>
        <a:bodyPr/>
        <a:lstStyle/>
        <a:p>
          <a:endParaRPr lang="en-IN"/>
        </a:p>
      </dgm:t>
    </dgm:pt>
    <dgm:pt modelId="{3D917277-9CF1-45D6-9447-F4302D6A05A2}">
      <dgm:prSet phldrT="[Text]"/>
      <dgm:spPr/>
      <dgm:t>
        <a:bodyPr/>
        <a:lstStyle/>
        <a:p>
          <a:pPr>
            <a:buNone/>
          </a:pPr>
          <a:r>
            <a:rPr lang="en-IN" b="1" dirty="0">
              <a:effectLst/>
              <a:latin typeface="Calibri" panose="020F0502020204030204" pitchFamily="34" charset="0"/>
              <a:ea typeface="Calibri" panose="020F0502020204030204" pitchFamily="34" charset="0"/>
              <a:cs typeface="Times New Roman" panose="02020603050405020304" pitchFamily="18" charset="0"/>
            </a:rPr>
            <a:t>Ease of Implementation</a:t>
          </a:r>
          <a:endParaRPr lang="en-IN" dirty="0"/>
        </a:p>
      </dgm:t>
    </dgm:pt>
    <dgm:pt modelId="{B2F8FFEA-6FB0-4C3B-A738-9B2BD847407F}" type="parTrans" cxnId="{A08587E5-05B6-458E-9D6D-A90F1DB8651A}">
      <dgm:prSet/>
      <dgm:spPr/>
      <dgm:t>
        <a:bodyPr/>
        <a:lstStyle/>
        <a:p>
          <a:endParaRPr lang="en-IN"/>
        </a:p>
      </dgm:t>
    </dgm:pt>
    <dgm:pt modelId="{BDDD6DB2-46D4-4780-90F0-F358E927DE21}" type="sibTrans" cxnId="{A08587E5-05B6-458E-9D6D-A90F1DB8651A}">
      <dgm:prSet/>
      <dgm:spPr/>
      <dgm:t>
        <a:bodyPr/>
        <a:lstStyle/>
        <a:p>
          <a:endParaRPr lang="en-IN"/>
        </a:p>
      </dgm:t>
    </dgm:pt>
    <dgm:pt modelId="{9E96218B-3011-4750-A3E9-066090572892}">
      <dgm:prSet phldrT="[Text]"/>
      <dgm:spPr/>
      <dgm:t>
        <a:bodyPr/>
        <a:lstStyle/>
        <a:p>
          <a:pPr>
            <a:buNone/>
          </a:pPr>
          <a:r>
            <a:rPr lang="en-IN" b="1" dirty="0">
              <a:effectLst/>
              <a:latin typeface="Calibri" panose="020F0502020204030204" pitchFamily="34" charset="0"/>
              <a:ea typeface="Calibri" panose="020F0502020204030204" pitchFamily="34" charset="0"/>
              <a:cs typeface="Times New Roman" panose="02020603050405020304" pitchFamily="18" charset="0"/>
            </a:rPr>
            <a:t>Control over the Process</a:t>
          </a:r>
          <a:r>
            <a:rPr lang="en-IN"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dgm:t>
    </dgm:pt>
    <dgm:pt modelId="{30B79EDF-1D5B-4F95-82C4-1DCDB5F3DA1C}" type="parTrans" cxnId="{5324FD7F-2190-49C1-9F62-97D8B8A304AB}">
      <dgm:prSet/>
      <dgm:spPr/>
      <dgm:t>
        <a:bodyPr/>
        <a:lstStyle/>
        <a:p>
          <a:endParaRPr lang="en-IN"/>
        </a:p>
      </dgm:t>
    </dgm:pt>
    <dgm:pt modelId="{1AB1A8FF-CC61-4103-9F57-6AAA014F4E39}" type="sibTrans" cxnId="{5324FD7F-2190-49C1-9F62-97D8B8A304AB}">
      <dgm:prSet/>
      <dgm:spPr/>
      <dgm:t>
        <a:bodyPr/>
        <a:lstStyle/>
        <a:p>
          <a:endParaRPr lang="en-IN"/>
        </a:p>
      </dgm:t>
    </dgm:pt>
    <dgm:pt modelId="{981B24D2-8F39-460D-A282-8E5A1E1A9540}">
      <dgm:prSet phldrT="[Text]"/>
      <dgm:spPr/>
      <dgm:t>
        <a:bodyPr/>
        <a:lstStyle/>
        <a:p>
          <a:pPr>
            <a:buNone/>
          </a:pPr>
          <a:r>
            <a:rPr lang="en-IN" b="1" dirty="0">
              <a:effectLst/>
              <a:latin typeface="Calibri" panose="020F0502020204030204" pitchFamily="34" charset="0"/>
              <a:ea typeface="Calibri" panose="020F0502020204030204" pitchFamily="34" charset="0"/>
              <a:cs typeface="Times New Roman" panose="02020603050405020304" pitchFamily="18" charset="0"/>
            </a:rPr>
            <a:t>Ability to Handle Physical Documents</a:t>
          </a:r>
          <a:r>
            <a:rPr lang="en-IN"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dgm:t>
    </dgm:pt>
    <dgm:pt modelId="{8706CFC8-17FC-42D3-BB3D-FF80A8543BC9}" type="parTrans" cxnId="{9A7BFEFB-A1B9-4999-BD06-FDCC4045BFCE}">
      <dgm:prSet/>
      <dgm:spPr/>
      <dgm:t>
        <a:bodyPr/>
        <a:lstStyle/>
        <a:p>
          <a:endParaRPr lang="en-IN"/>
        </a:p>
      </dgm:t>
    </dgm:pt>
    <dgm:pt modelId="{682B1657-C586-4927-BB55-6F3E6B59F480}" type="sibTrans" cxnId="{9A7BFEFB-A1B9-4999-BD06-FDCC4045BFCE}">
      <dgm:prSet/>
      <dgm:spPr/>
      <dgm:t>
        <a:bodyPr/>
        <a:lstStyle/>
        <a:p>
          <a:endParaRPr lang="en-IN"/>
        </a:p>
      </dgm:t>
    </dgm:pt>
    <dgm:pt modelId="{F7D41AF7-1EA2-44F1-959F-47B29F802DF2}" type="pres">
      <dgm:prSet presAssocID="{8BC5EF2D-8830-41FF-9479-E4E85CAB76A7}" presName="vert0" presStyleCnt="0">
        <dgm:presLayoutVars>
          <dgm:dir/>
          <dgm:animOne val="branch"/>
          <dgm:animLvl val="lvl"/>
        </dgm:presLayoutVars>
      </dgm:prSet>
      <dgm:spPr/>
    </dgm:pt>
    <dgm:pt modelId="{33D939FA-650B-4C8A-B49E-15A6A9B3DC90}" type="pres">
      <dgm:prSet presAssocID="{38C1DFDE-60E4-43B0-B24B-751E9C827EE5}" presName="thickLine" presStyleLbl="alignNode1" presStyleIdx="0" presStyleCnt="1"/>
      <dgm:spPr/>
    </dgm:pt>
    <dgm:pt modelId="{BFD7E77D-0EC5-4F6E-BFDF-2DA8AD9BC7A4}" type="pres">
      <dgm:prSet presAssocID="{38C1DFDE-60E4-43B0-B24B-751E9C827EE5}" presName="horz1" presStyleCnt="0"/>
      <dgm:spPr/>
    </dgm:pt>
    <dgm:pt modelId="{CE99621C-2A6E-4513-B7B3-EDDA4C0D57F0}" type="pres">
      <dgm:prSet presAssocID="{38C1DFDE-60E4-43B0-B24B-751E9C827EE5}" presName="tx1" presStyleLbl="revTx" presStyleIdx="0" presStyleCnt="4"/>
      <dgm:spPr/>
    </dgm:pt>
    <dgm:pt modelId="{B6F4BE2F-7B62-40A6-9DDA-A2D7C9209037}" type="pres">
      <dgm:prSet presAssocID="{38C1DFDE-60E4-43B0-B24B-751E9C827EE5}" presName="vert1" presStyleCnt="0"/>
      <dgm:spPr/>
    </dgm:pt>
    <dgm:pt modelId="{0C2021B3-E057-4A2F-BA4B-C54B735E66AA}" type="pres">
      <dgm:prSet presAssocID="{3D917277-9CF1-45D6-9447-F4302D6A05A2}" presName="vertSpace2a" presStyleCnt="0"/>
      <dgm:spPr/>
    </dgm:pt>
    <dgm:pt modelId="{68E54D04-A211-43A0-9F37-1F120BC2D70E}" type="pres">
      <dgm:prSet presAssocID="{3D917277-9CF1-45D6-9447-F4302D6A05A2}" presName="horz2" presStyleCnt="0"/>
      <dgm:spPr/>
    </dgm:pt>
    <dgm:pt modelId="{A06C4DFA-65AD-49A5-B3C8-1FD34279E713}" type="pres">
      <dgm:prSet presAssocID="{3D917277-9CF1-45D6-9447-F4302D6A05A2}" presName="horzSpace2" presStyleCnt="0"/>
      <dgm:spPr/>
    </dgm:pt>
    <dgm:pt modelId="{2C066219-3E04-422C-AF85-46BA7130CE5F}" type="pres">
      <dgm:prSet presAssocID="{3D917277-9CF1-45D6-9447-F4302D6A05A2}" presName="tx2" presStyleLbl="revTx" presStyleIdx="1" presStyleCnt="4"/>
      <dgm:spPr/>
    </dgm:pt>
    <dgm:pt modelId="{67754934-7100-463B-8BB0-165D0DD7480E}" type="pres">
      <dgm:prSet presAssocID="{3D917277-9CF1-45D6-9447-F4302D6A05A2}" presName="vert2" presStyleCnt="0"/>
      <dgm:spPr/>
    </dgm:pt>
    <dgm:pt modelId="{EF757B2E-B374-42DD-A962-4354934E23F1}" type="pres">
      <dgm:prSet presAssocID="{3D917277-9CF1-45D6-9447-F4302D6A05A2}" presName="thinLine2b" presStyleLbl="callout" presStyleIdx="0" presStyleCnt="3"/>
      <dgm:spPr/>
    </dgm:pt>
    <dgm:pt modelId="{332DBB17-D9B4-4319-9997-88FF9F8C77BA}" type="pres">
      <dgm:prSet presAssocID="{3D917277-9CF1-45D6-9447-F4302D6A05A2}" presName="vertSpace2b" presStyleCnt="0"/>
      <dgm:spPr/>
    </dgm:pt>
    <dgm:pt modelId="{E0AE60F9-D6C5-42E6-B5A9-8267B591983B}" type="pres">
      <dgm:prSet presAssocID="{9E96218B-3011-4750-A3E9-066090572892}" presName="horz2" presStyleCnt="0"/>
      <dgm:spPr/>
    </dgm:pt>
    <dgm:pt modelId="{3B001783-E1C8-4950-B218-8C0EFC1C50EC}" type="pres">
      <dgm:prSet presAssocID="{9E96218B-3011-4750-A3E9-066090572892}" presName="horzSpace2" presStyleCnt="0"/>
      <dgm:spPr/>
    </dgm:pt>
    <dgm:pt modelId="{4047B749-5E22-4F08-B782-E28BE164C19A}" type="pres">
      <dgm:prSet presAssocID="{9E96218B-3011-4750-A3E9-066090572892}" presName="tx2" presStyleLbl="revTx" presStyleIdx="2" presStyleCnt="4"/>
      <dgm:spPr/>
    </dgm:pt>
    <dgm:pt modelId="{6C11E28F-97FB-4158-AE88-70C07E236CA6}" type="pres">
      <dgm:prSet presAssocID="{9E96218B-3011-4750-A3E9-066090572892}" presName="vert2" presStyleCnt="0"/>
      <dgm:spPr/>
    </dgm:pt>
    <dgm:pt modelId="{205D36BE-1F47-42A3-A956-4085EBC68F09}" type="pres">
      <dgm:prSet presAssocID="{9E96218B-3011-4750-A3E9-066090572892}" presName="thinLine2b" presStyleLbl="callout" presStyleIdx="1" presStyleCnt="3"/>
      <dgm:spPr/>
    </dgm:pt>
    <dgm:pt modelId="{50BE9915-BDC0-4C06-A9BD-06929B8BD126}" type="pres">
      <dgm:prSet presAssocID="{9E96218B-3011-4750-A3E9-066090572892}" presName="vertSpace2b" presStyleCnt="0"/>
      <dgm:spPr/>
    </dgm:pt>
    <dgm:pt modelId="{482910D6-768A-4510-A3C7-827E0025691F}" type="pres">
      <dgm:prSet presAssocID="{981B24D2-8F39-460D-A282-8E5A1E1A9540}" presName="horz2" presStyleCnt="0"/>
      <dgm:spPr/>
    </dgm:pt>
    <dgm:pt modelId="{316306E3-6717-4A8D-9D38-7AE96FAACDE4}" type="pres">
      <dgm:prSet presAssocID="{981B24D2-8F39-460D-A282-8E5A1E1A9540}" presName="horzSpace2" presStyleCnt="0"/>
      <dgm:spPr/>
    </dgm:pt>
    <dgm:pt modelId="{9CEF4F47-1C25-415A-942E-396E79EB0D3B}" type="pres">
      <dgm:prSet presAssocID="{981B24D2-8F39-460D-A282-8E5A1E1A9540}" presName="tx2" presStyleLbl="revTx" presStyleIdx="3" presStyleCnt="4"/>
      <dgm:spPr/>
    </dgm:pt>
    <dgm:pt modelId="{22519B59-7EE5-4BE2-B2DE-ACAF34410497}" type="pres">
      <dgm:prSet presAssocID="{981B24D2-8F39-460D-A282-8E5A1E1A9540}" presName="vert2" presStyleCnt="0"/>
      <dgm:spPr/>
    </dgm:pt>
    <dgm:pt modelId="{ADEA5714-436A-4B07-B9D1-2EB91932BB00}" type="pres">
      <dgm:prSet presAssocID="{981B24D2-8F39-460D-A282-8E5A1E1A9540}" presName="thinLine2b" presStyleLbl="callout" presStyleIdx="2" presStyleCnt="3"/>
      <dgm:spPr/>
    </dgm:pt>
    <dgm:pt modelId="{AAD18337-D193-42A9-8DD5-148FE37846BE}" type="pres">
      <dgm:prSet presAssocID="{981B24D2-8F39-460D-A282-8E5A1E1A9540}" presName="vertSpace2b" presStyleCnt="0"/>
      <dgm:spPr/>
    </dgm:pt>
  </dgm:ptLst>
  <dgm:cxnLst>
    <dgm:cxn modelId="{59915B1B-8D0E-4D21-9369-0A30B8CF5DA8}" type="presOf" srcId="{8BC5EF2D-8830-41FF-9479-E4E85CAB76A7}" destId="{F7D41AF7-1EA2-44F1-959F-47B29F802DF2}" srcOrd="0" destOrd="0" presId="urn:microsoft.com/office/officeart/2008/layout/LinedList"/>
    <dgm:cxn modelId="{F538C442-8B6E-4903-8642-5E4F2697A7B5}" type="presOf" srcId="{38C1DFDE-60E4-43B0-B24B-751E9C827EE5}" destId="{CE99621C-2A6E-4513-B7B3-EDDA4C0D57F0}" srcOrd="0" destOrd="0" presId="urn:microsoft.com/office/officeart/2008/layout/LinedList"/>
    <dgm:cxn modelId="{5324FD7F-2190-49C1-9F62-97D8B8A304AB}" srcId="{38C1DFDE-60E4-43B0-B24B-751E9C827EE5}" destId="{9E96218B-3011-4750-A3E9-066090572892}" srcOrd="1" destOrd="0" parTransId="{30B79EDF-1D5B-4F95-82C4-1DCDB5F3DA1C}" sibTransId="{1AB1A8FF-CC61-4103-9F57-6AAA014F4E39}"/>
    <dgm:cxn modelId="{EFF0AD82-B2A6-4834-911F-CB1C177633DE}" type="presOf" srcId="{981B24D2-8F39-460D-A282-8E5A1E1A9540}" destId="{9CEF4F47-1C25-415A-942E-396E79EB0D3B}" srcOrd="0" destOrd="0" presId="urn:microsoft.com/office/officeart/2008/layout/LinedList"/>
    <dgm:cxn modelId="{27FF1290-F4E9-47C0-A354-C5CC09F19CD5}" type="presOf" srcId="{3D917277-9CF1-45D6-9447-F4302D6A05A2}" destId="{2C066219-3E04-422C-AF85-46BA7130CE5F}" srcOrd="0" destOrd="0" presId="urn:microsoft.com/office/officeart/2008/layout/LinedList"/>
    <dgm:cxn modelId="{610048A2-5C71-4EA5-910C-944B4D0A43FC}" type="presOf" srcId="{9E96218B-3011-4750-A3E9-066090572892}" destId="{4047B749-5E22-4F08-B782-E28BE164C19A}" srcOrd="0" destOrd="0" presId="urn:microsoft.com/office/officeart/2008/layout/LinedList"/>
    <dgm:cxn modelId="{165424E5-2693-4EDF-AA3D-EA2B54097B70}" srcId="{8BC5EF2D-8830-41FF-9479-E4E85CAB76A7}" destId="{38C1DFDE-60E4-43B0-B24B-751E9C827EE5}" srcOrd="0" destOrd="0" parTransId="{C0F1E534-180E-4CBC-8CFB-3998DA9342C0}" sibTransId="{2A76F2CE-24EB-42C6-8705-611E18A770A5}"/>
    <dgm:cxn modelId="{A08587E5-05B6-458E-9D6D-A90F1DB8651A}" srcId="{38C1DFDE-60E4-43B0-B24B-751E9C827EE5}" destId="{3D917277-9CF1-45D6-9447-F4302D6A05A2}" srcOrd="0" destOrd="0" parTransId="{B2F8FFEA-6FB0-4C3B-A738-9B2BD847407F}" sibTransId="{BDDD6DB2-46D4-4780-90F0-F358E927DE21}"/>
    <dgm:cxn modelId="{9A7BFEFB-A1B9-4999-BD06-FDCC4045BFCE}" srcId="{38C1DFDE-60E4-43B0-B24B-751E9C827EE5}" destId="{981B24D2-8F39-460D-A282-8E5A1E1A9540}" srcOrd="2" destOrd="0" parTransId="{8706CFC8-17FC-42D3-BB3D-FF80A8543BC9}" sibTransId="{682B1657-C586-4927-BB55-6F3E6B59F480}"/>
    <dgm:cxn modelId="{17BEDDDC-1DCF-4432-8883-12D577892794}" type="presParOf" srcId="{F7D41AF7-1EA2-44F1-959F-47B29F802DF2}" destId="{33D939FA-650B-4C8A-B49E-15A6A9B3DC90}" srcOrd="0" destOrd="0" presId="urn:microsoft.com/office/officeart/2008/layout/LinedList"/>
    <dgm:cxn modelId="{B1743EBA-91DB-48BF-AEE3-5EC8FAEB5FFD}" type="presParOf" srcId="{F7D41AF7-1EA2-44F1-959F-47B29F802DF2}" destId="{BFD7E77D-0EC5-4F6E-BFDF-2DA8AD9BC7A4}" srcOrd="1" destOrd="0" presId="urn:microsoft.com/office/officeart/2008/layout/LinedList"/>
    <dgm:cxn modelId="{C14E40EE-62DD-4857-B9DB-E06B74446251}" type="presParOf" srcId="{BFD7E77D-0EC5-4F6E-BFDF-2DA8AD9BC7A4}" destId="{CE99621C-2A6E-4513-B7B3-EDDA4C0D57F0}" srcOrd="0" destOrd="0" presId="urn:microsoft.com/office/officeart/2008/layout/LinedList"/>
    <dgm:cxn modelId="{FF424D0E-A534-4C31-B46A-6F29F472F434}" type="presParOf" srcId="{BFD7E77D-0EC5-4F6E-BFDF-2DA8AD9BC7A4}" destId="{B6F4BE2F-7B62-40A6-9DDA-A2D7C9209037}" srcOrd="1" destOrd="0" presId="urn:microsoft.com/office/officeart/2008/layout/LinedList"/>
    <dgm:cxn modelId="{D40E0B25-E8AC-45F9-91FA-C67AC08679B6}" type="presParOf" srcId="{B6F4BE2F-7B62-40A6-9DDA-A2D7C9209037}" destId="{0C2021B3-E057-4A2F-BA4B-C54B735E66AA}" srcOrd="0" destOrd="0" presId="urn:microsoft.com/office/officeart/2008/layout/LinedList"/>
    <dgm:cxn modelId="{57C9EE54-4060-4241-851A-0DE01B7F85BB}" type="presParOf" srcId="{B6F4BE2F-7B62-40A6-9DDA-A2D7C9209037}" destId="{68E54D04-A211-43A0-9F37-1F120BC2D70E}" srcOrd="1" destOrd="0" presId="urn:microsoft.com/office/officeart/2008/layout/LinedList"/>
    <dgm:cxn modelId="{1E0BCAB3-7B31-4E4C-83A7-E885ACE77BC0}" type="presParOf" srcId="{68E54D04-A211-43A0-9F37-1F120BC2D70E}" destId="{A06C4DFA-65AD-49A5-B3C8-1FD34279E713}" srcOrd="0" destOrd="0" presId="urn:microsoft.com/office/officeart/2008/layout/LinedList"/>
    <dgm:cxn modelId="{B19AE163-6E7D-409D-B568-B02D6DBE2072}" type="presParOf" srcId="{68E54D04-A211-43A0-9F37-1F120BC2D70E}" destId="{2C066219-3E04-422C-AF85-46BA7130CE5F}" srcOrd="1" destOrd="0" presId="urn:microsoft.com/office/officeart/2008/layout/LinedList"/>
    <dgm:cxn modelId="{0816C9EE-44AD-49AF-9C93-11EDFDCEE144}" type="presParOf" srcId="{68E54D04-A211-43A0-9F37-1F120BC2D70E}" destId="{67754934-7100-463B-8BB0-165D0DD7480E}" srcOrd="2" destOrd="0" presId="urn:microsoft.com/office/officeart/2008/layout/LinedList"/>
    <dgm:cxn modelId="{47920013-657E-4A0B-84F6-FEDDE85A80A0}" type="presParOf" srcId="{B6F4BE2F-7B62-40A6-9DDA-A2D7C9209037}" destId="{EF757B2E-B374-42DD-A962-4354934E23F1}" srcOrd="2" destOrd="0" presId="urn:microsoft.com/office/officeart/2008/layout/LinedList"/>
    <dgm:cxn modelId="{570575A9-8E2B-430C-9E3C-FFA69C4AC4C0}" type="presParOf" srcId="{B6F4BE2F-7B62-40A6-9DDA-A2D7C9209037}" destId="{332DBB17-D9B4-4319-9997-88FF9F8C77BA}" srcOrd="3" destOrd="0" presId="urn:microsoft.com/office/officeart/2008/layout/LinedList"/>
    <dgm:cxn modelId="{8587C118-F72D-4137-B64D-CB7701D00BC9}" type="presParOf" srcId="{B6F4BE2F-7B62-40A6-9DDA-A2D7C9209037}" destId="{E0AE60F9-D6C5-42E6-B5A9-8267B591983B}" srcOrd="4" destOrd="0" presId="urn:microsoft.com/office/officeart/2008/layout/LinedList"/>
    <dgm:cxn modelId="{CBB60779-A91F-4BFE-A15D-AA2A21CDA917}" type="presParOf" srcId="{E0AE60F9-D6C5-42E6-B5A9-8267B591983B}" destId="{3B001783-E1C8-4950-B218-8C0EFC1C50EC}" srcOrd="0" destOrd="0" presId="urn:microsoft.com/office/officeart/2008/layout/LinedList"/>
    <dgm:cxn modelId="{B83337EC-9B4C-4802-A59C-496501B3DE2F}" type="presParOf" srcId="{E0AE60F9-D6C5-42E6-B5A9-8267B591983B}" destId="{4047B749-5E22-4F08-B782-E28BE164C19A}" srcOrd="1" destOrd="0" presId="urn:microsoft.com/office/officeart/2008/layout/LinedList"/>
    <dgm:cxn modelId="{8B821444-EF01-4B2D-8AF5-240DFBFAC830}" type="presParOf" srcId="{E0AE60F9-D6C5-42E6-B5A9-8267B591983B}" destId="{6C11E28F-97FB-4158-AE88-70C07E236CA6}" srcOrd="2" destOrd="0" presId="urn:microsoft.com/office/officeart/2008/layout/LinedList"/>
    <dgm:cxn modelId="{1AECA631-0998-491F-83C2-2FA4C1EFBA79}" type="presParOf" srcId="{B6F4BE2F-7B62-40A6-9DDA-A2D7C9209037}" destId="{205D36BE-1F47-42A3-A956-4085EBC68F09}" srcOrd="5" destOrd="0" presId="urn:microsoft.com/office/officeart/2008/layout/LinedList"/>
    <dgm:cxn modelId="{5D190AEA-7A65-4CB0-9D92-9285E6F3987C}" type="presParOf" srcId="{B6F4BE2F-7B62-40A6-9DDA-A2D7C9209037}" destId="{50BE9915-BDC0-4C06-A9BD-06929B8BD126}" srcOrd="6" destOrd="0" presId="urn:microsoft.com/office/officeart/2008/layout/LinedList"/>
    <dgm:cxn modelId="{917D9461-CE6A-4040-AF68-B4F1043DC724}" type="presParOf" srcId="{B6F4BE2F-7B62-40A6-9DDA-A2D7C9209037}" destId="{482910D6-768A-4510-A3C7-827E0025691F}" srcOrd="7" destOrd="0" presId="urn:microsoft.com/office/officeart/2008/layout/LinedList"/>
    <dgm:cxn modelId="{B9DB418D-0233-454B-8D33-CF66BB720D26}" type="presParOf" srcId="{482910D6-768A-4510-A3C7-827E0025691F}" destId="{316306E3-6717-4A8D-9D38-7AE96FAACDE4}" srcOrd="0" destOrd="0" presId="urn:microsoft.com/office/officeart/2008/layout/LinedList"/>
    <dgm:cxn modelId="{5F4BC112-35D2-438D-A713-6C5FEB169A2E}" type="presParOf" srcId="{482910D6-768A-4510-A3C7-827E0025691F}" destId="{9CEF4F47-1C25-415A-942E-396E79EB0D3B}" srcOrd="1" destOrd="0" presId="urn:microsoft.com/office/officeart/2008/layout/LinedList"/>
    <dgm:cxn modelId="{1C686269-086D-4C43-9FA4-83EE004AB646}" type="presParOf" srcId="{482910D6-768A-4510-A3C7-827E0025691F}" destId="{22519B59-7EE5-4BE2-B2DE-ACAF34410497}" srcOrd="2" destOrd="0" presId="urn:microsoft.com/office/officeart/2008/layout/LinedList"/>
    <dgm:cxn modelId="{60F0F6E3-8A78-4BCE-8DA7-43683F97AE3C}" type="presParOf" srcId="{B6F4BE2F-7B62-40A6-9DDA-A2D7C9209037}" destId="{ADEA5714-436A-4B07-B9D1-2EB91932BB00}" srcOrd="8" destOrd="0" presId="urn:microsoft.com/office/officeart/2008/layout/LinedList"/>
    <dgm:cxn modelId="{4F0A4265-948B-453A-9AE9-437BD8A66129}" type="presParOf" srcId="{B6F4BE2F-7B62-40A6-9DDA-A2D7C9209037}" destId="{AAD18337-D193-42A9-8DD5-148FE37846BE}"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C5EF2D-8830-41FF-9479-E4E85CAB76A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8C1DFDE-60E4-43B0-B24B-751E9C827EE5}">
      <dgm:prSet phldrT="[Text]" custT="1"/>
      <dgm:spPr/>
      <dgm:t>
        <a:bodyPr/>
        <a:lstStyle/>
        <a:p>
          <a:pPr algn="ctr"/>
          <a:r>
            <a:rPr lang="en-IN" sz="2000" dirty="0">
              <a:effectLst/>
              <a:latin typeface="+mn-lt"/>
              <a:ea typeface="Calibri" panose="020F0502020204030204" pitchFamily="34" charset="0"/>
              <a:cs typeface="Times New Roman" panose="02020603050405020304" pitchFamily="18" charset="0"/>
            </a:rPr>
            <a:t>ERP Methods</a:t>
          </a:r>
          <a:endParaRPr lang="en-IN" sz="2000" dirty="0"/>
        </a:p>
      </dgm:t>
    </dgm:pt>
    <dgm:pt modelId="{C0F1E534-180E-4CBC-8CFB-3998DA9342C0}" type="parTrans" cxnId="{165424E5-2693-4EDF-AA3D-EA2B54097B70}">
      <dgm:prSet/>
      <dgm:spPr/>
      <dgm:t>
        <a:bodyPr/>
        <a:lstStyle/>
        <a:p>
          <a:endParaRPr lang="en-IN"/>
        </a:p>
      </dgm:t>
    </dgm:pt>
    <dgm:pt modelId="{2A76F2CE-24EB-42C6-8705-611E18A770A5}" type="sibTrans" cxnId="{165424E5-2693-4EDF-AA3D-EA2B54097B70}">
      <dgm:prSet/>
      <dgm:spPr/>
      <dgm:t>
        <a:bodyPr/>
        <a:lstStyle/>
        <a:p>
          <a:endParaRPr lang="en-IN"/>
        </a:p>
      </dgm:t>
    </dgm:pt>
    <dgm:pt modelId="{3D917277-9CF1-45D6-9447-F4302D6A05A2}">
      <dgm:prSet phldrT="[Text]" custT="1"/>
      <dgm:spPr/>
      <dgm:t>
        <a:bodyPr/>
        <a:lstStyle/>
        <a:p>
          <a:pPr>
            <a:buNone/>
          </a:pPr>
          <a:r>
            <a:rPr lang="en-IN" sz="2000" b="1" dirty="0">
              <a:effectLst/>
              <a:latin typeface="Calibri" panose="020F0502020204030204" pitchFamily="34" charset="0"/>
              <a:ea typeface="Calibri" panose="020F0502020204030204" pitchFamily="34" charset="0"/>
              <a:cs typeface="Times New Roman" panose="02020603050405020304" pitchFamily="18" charset="0"/>
            </a:rPr>
            <a:t>Transactional Visibility</a:t>
          </a:r>
          <a:endParaRPr lang="en-IN" sz="2000" dirty="0"/>
        </a:p>
      </dgm:t>
    </dgm:pt>
    <dgm:pt modelId="{B2F8FFEA-6FB0-4C3B-A738-9B2BD847407F}" type="parTrans" cxnId="{A08587E5-05B6-458E-9D6D-A90F1DB8651A}">
      <dgm:prSet/>
      <dgm:spPr/>
      <dgm:t>
        <a:bodyPr/>
        <a:lstStyle/>
        <a:p>
          <a:endParaRPr lang="en-IN"/>
        </a:p>
      </dgm:t>
    </dgm:pt>
    <dgm:pt modelId="{BDDD6DB2-46D4-4780-90F0-F358E927DE21}" type="sibTrans" cxnId="{A08587E5-05B6-458E-9D6D-A90F1DB8651A}">
      <dgm:prSet/>
      <dgm:spPr/>
      <dgm:t>
        <a:bodyPr/>
        <a:lstStyle/>
        <a:p>
          <a:endParaRPr lang="en-IN"/>
        </a:p>
      </dgm:t>
    </dgm:pt>
    <dgm:pt modelId="{9E96218B-3011-4750-A3E9-066090572892}">
      <dgm:prSet phldrT="[Text]" custT="1"/>
      <dgm:spPr/>
      <dgm:t>
        <a:bodyPr/>
        <a:lstStyle/>
        <a:p>
          <a:pPr>
            <a:buNone/>
          </a:pPr>
          <a:r>
            <a:rPr lang="en-IN" sz="2000" b="1" dirty="0">
              <a:latin typeface="Calibri" panose="020F0502020204030204" pitchFamily="34" charset="0"/>
              <a:ea typeface="Calibri" panose="020F0502020204030204" pitchFamily="34" charset="0"/>
              <a:cs typeface="Calibri" panose="020F0502020204030204" pitchFamily="34" charset="0"/>
            </a:rPr>
            <a:t>ERP System Familiarity</a:t>
          </a:r>
          <a:r>
            <a:rPr lang="en-IN" sz="2000" dirty="0">
              <a:latin typeface="Calibri" panose="020F0502020204030204" pitchFamily="34" charset="0"/>
              <a:ea typeface="Calibri" panose="020F0502020204030204" pitchFamily="34" charset="0"/>
              <a:cs typeface="Calibri" panose="020F0502020204030204" pitchFamily="34" charset="0"/>
            </a:rPr>
            <a:t> </a:t>
          </a:r>
        </a:p>
      </dgm:t>
    </dgm:pt>
    <dgm:pt modelId="{30B79EDF-1D5B-4F95-82C4-1DCDB5F3DA1C}" type="parTrans" cxnId="{5324FD7F-2190-49C1-9F62-97D8B8A304AB}">
      <dgm:prSet/>
      <dgm:spPr/>
      <dgm:t>
        <a:bodyPr/>
        <a:lstStyle/>
        <a:p>
          <a:endParaRPr lang="en-IN"/>
        </a:p>
      </dgm:t>
    </dgm:pt>
    <dgm:pt modelId="{1AB1A8FF-CC61-4103-9F57-6AAA014F4E39}" type="sibTrans" cxnId="{5324FD7F-2190-49C1-9F62-97D8B8A304AB}">
      <dgm:prSet/>
      <dgm:spPr/>
      <dgm:t>
        <a:bodyPr/>
        <a:lstStyle/>
        <a:p>
          <a:endParaRPr lang="en-IN"/>
        </a:p>
      </dgm:t>
    </dgm:pt>
    <dgm:pt modelId="{F7D41AF7-1EA2-44F1-959F-47B29F802DF2}" type="pres">
      <dgm:prSet presAssocID="{8BC5EF2D-8830-41FF-9479-E4E85CAB76A7}" presName="vert0" presStyleCnt="0">
        <dgm:presLayoutVars>
          <dgm:dir/>
          <dgm:animOne val="branch"/>
          <dgm:animLvl val="lvl"/>
        </dgm:presLayoutVars>
      </dgm:prSet>
      <dgm:spPr/>
    </dgm:pt>
    <dgm:pt modelId="{33D939FA-650B-4C8A-B49E-15A6A9B3DC90}" type="pres">
      <dgm:prSet presAssocID="{38C1DFDE-60E4-43B0-B24B-751E9C827EE5}" presName="thickLine" presStyleLbl="alignNode1" presStyleIdx="0" presStyleCnt="1"/>
      <dgm:spPr/>
    </dgm:pt>
    <dgm:pt modelId="{BFD7E77D-0EC5-4F6E-BFDF-2DA8AD9BC7A4}" type="pres">
      <dgm:prSet presAssocID="{38C1DFDE-60E4-43B0-B24B-751E9C827EE5}" presName="horz1" presStyleCnt="0"/>
      <dgm:spPr/>
    </dgm:pt>
    <dgm:pt modelId="{CE99621C-2A6E-4513-B7B3-EDDA4C0D57F0}" type="pres">
      <dgm:prSet presAssocID="{38C1DFDE-60E4-43B0-B24B-751E9C827EE5}" presName="tx1" presStyleLbl="revTx" presStyleIdx="0" presStyleCnt="3"/>
      <dgm:spPr/>
    </dgm:pt>
    <dgm:pt modelId="{B6F4BE2F-7B62-40A6-9DDA-A2D7C9209037}" type="pres">
      <dgm:prSet presAssocID="{38C1DFDE-60E4-43B0-B24B-751E9C827EE5}" presName="vert1" presStyleCnt="0"/>
      <dgm:spPr/>
    </dgm:pt>
    <dgm:pt modelId="{0C2021B3-E057-4A2F-BA4B-C54B735E66AA}" type="pres">
      <dgm:prSet presAssocID="{3D917277-9CF1-45D6-9447-F4302D6A05A2}" presName="vertSpace2a" presStyleCnt="0"/>
      <dgm:spPr/>
    </dgm:pt>
    <dgm:pt modelId="{68E54D04-A211-43A0-9F37-1F120BC2D70E}" type="pres">
      <dgm:prSet presAssocID="{3D917277-9CF1-45D6-9447-F4302D6A05A2}" presName="horz2" presStyleCnt="0"/>
      <dgm:spPr/>
    </dgm:pt>
    <dgm:pt modelId="{A06C4DFA-65AD-49A5-B3C8-1FD34279E713}" type="pres">
      <dgm:prSet presAssocID="{3D917277-9CF1-45D6-9447-F4302D6A05A2}" presName="horzSpace2" presStyleCnt="0"/>
      <dgm:spPr/>
    </dgm:pt>
    <dgm:pt modelId="{2C066219-3E04-422C-AF85-46BA7130CE5F}" type="pres">
      <dgm:prSet presAssocID="{3D917277-9CF1-45D6-9447-F4302D6A05A2}" presName="tx2" presStyleLbl="revTx" presStyleIdx="1" presStyleCnt="3"/>
      <dgm:spPr/>
    </dgm:pt>
    <dgm:pt modelId="{67754934-7100-463B-8BB0-165D0DD7480E}" type="pres">
      <dgm:prSet presAssocID="{3D917277-9CF1-45D6-9447-F4302D6A05A2}" presName="vert2" presStyleCnt="0"/>
      <dgm:spPr/>
    </dgm:pt>
    <dgm:pt modelId="{EF757B2E-B374-42DD-A962-4354934E23F1}" type="pres">
      <dgm:prSet presAssocID="{3D917277-9CF1-45D6-9447-F4302D6A05A2}" presName="thinLine2b" presStyleLbl="callout" presStyleIdx="0" presStyleCnt="2"/>
      <dgm:spPr/>
    </dgm:pt>
    <dgm:pt modelId="{332DBB17-D9B4-4319-9997-88FF9F8C77BA}" type="pres">
      <dgm:prSet presAssocID="{3D917277-9CF1-45D6-9447-F4302D6A05A2}" presName="vertSpace2b" presStyleCnt="0"/>
      <dgm:spPr/>
    </dgm:pt>
    <dgm:pt modelId="{E0AE60F9-D6C5-42E6-B5A9-8267B591983B}" type="pres">
      <dgm:prSet presAssocID="{9E96218B-3011-4750-A3E9-066090572892}" presName="horz2" presStyleCnt="0"/>
      <dgm:spPr/>
    </dgm:pt>
    <dgm:pt modelId="{3B001783-E1C8-4950-B218-8C0EFC1C50EC}" type="pres">
      <dgm:prSet presAssocID="{9E96218B-3011-4750-A3E9-066090572892}" presName="horzSpace2" presStyleCnt="0"/>
      <dgm:spPr/>
    </dgm:pt>
    <dgm:pt modelId="{4047B749-5E22-4F08-B782-E28BE164C19A}" type="pres">
      <dgm:prSet presAssocID="{9E96218B-3011-4750-A3E9-066090572892}" presName="tx2" presStyleLbl="revTx" presStyleIdx="2" presStyleCnt="3"/>
      <dgm:spPr/>
    </dgm:pt>
    <dgm:pt modelId="{6C11E28F-97FB-4158-AE88-70C07E236CA6}" type="pres">
      <dgm:prSet presAssocID="{9E96218B-3011-4750-A3E9-066090572892}" presName="vert2" presStyleCnt="0"/>
      <dgm:spPr/>
    </dgm:pt>
    <dgm:pt modelId="{205D36BE-1F47-42A3-A956-4085EBC68F09}" type="pres">
      <dgm:prSet presAssocID="{9E96218B-3011-4750-A3E9-066090572892}" presName="thinLine2b" presStyleLbl="callout" presStyleIdx="1" presStyleCnt="2"/>
      <dgm:spPr/>
    </dgm:pt>
    <dgm:pt modelId="{50BE9915-BDC0-4C06-A9BD-06929B8BD126}" type="pres">
      <dgm:prSet presAssocID="{9E96218B-3011-4750-A3E9-066090572892}" presName="vertSpace2b" presStyleCnt="0"/>
      <dgm:spPr/>
    </dgm:pt>
  </dgm:ptLst>
  <dgm:cxnLst>
    <dgm:cxn modelId="{59915B1B-8D0E-4D21-9369-0A30B8CF5DA8}" type="presOf" srcId="{8BC5EF2D-8830-41FF-9479-E4E85CAB76A7}" destId="{F7D41AF7-1EA2-44F1-959F-47B29F802DF2}" srcOrd="0" destOrd="0" presId="urn:microsoft.com/office/officeart/2008/layout/LinedList"/>
    <dgm:cxn modelId="{F538C442-8B6E-4903-8642-5E4F2697A7B5}" type="presOf" srcId="{38C1DFDE-60E4-43B0-B24B-751E9C827EE5}" destId="{CE99621C-2A6E-4513-B7B3-EDDA4C0D57F0}" srcOrd="0" destOrd="0" presId="urn:microsoft.com/office/officeart/2008/layout/LinedList"/>
    <dgm:cxn modelId="{5324FD7F-2190-49C1-9F62-97D8B8A304AB}" srcId="{38C1DFDE-60E4-43B0-B24B-751E9C827EE5}" destId="{9E96218B-3011-4750-A3E9-066090572892}" srcOrd="1" destOrd="0" parTransId="{30B79EDF-1D5B-4F95-82C4-1DCDB5F3DA1C}" sibTransId="{1AB1A8FF-CC61-4103-9F57-6AAA014F4E39}"/>
    <dgm:cxn modelId="{27FF1290-F4E9-47C0-A354-C5CC09F19CD5}" type="presOf" srcId="{3D917277-9CF1-45D6-9447-F4302D6A05A2}" destId="{2C066219-3E04-422C-AF85-46BA7130CE5F}" srcOrd="0" destOrd="0" presId="urn:microsoft.com/office/officeart/2008/layout/LinedList"/>
    <dgm:cxn modelId="{610048A2-5C71-4EA5-910C-944B4D0A43FC}" type="presOf" srcId="{9E96218B-3011-4750-A3E9-066090572892}" destId="{4047B749-5E22-4F08-B782-E28BE164C19A}" srcOrd="0" destOrd="0" presId="urn:microsoft.com/office/officeart/2008/layout/LinedList"/>
    <dgm:cxn modelId="{165424E5-2693-4EDF-AA3D-EA2B54097B70}" srcId="{8BC5EF2D-8830-41FF-9479-E4E85CAB76A7}" destId="{38C1DFDE-60E4-43B0-B24B-751E9C827EE5}" srcOrd="0" destOrd="0" parTransId="{C0F1E534-180E-4CBC-8CFB-3998DA9342C0}" sibTransId="{2A76F2CE-24EB-42C6-8705-611E18A770A5}"/>
    <dgm:cxn modelId="{A08587E5-05B6-458E-9D6D-A90F1DB8651A}" srcId="{38C1DFDE-60E4-43B0-B24B-751E9C827EE5}" destId="{3D917277-9CF1-45D6-9447-F4302D6A05A2}" srcOrd="0" destOrd="0" parTransId="{B2F8FFEA-6FB0-4C3B-A738-9B2BD847407F}" sibTransId="{BDDD6DB2-46D4-4780-90F0-F358E927DE21}"/>
    <dgm:cxn modelId="{17BEDDDC-1DCF-4432-8883-12D577892794}" type="presParOf" srcId="{F7D41AF7-1EA2-44F1-959F-47B29F802DF2}" destId="{33D939FA-650B-4C8A-B49E-15A6A9B3DC90}" srcOrd="0" destOrd="0" presId="urn:microsoft.com/office/officeart/2008/layout/LinedList"/>
    <dgm:cxn modelId="{B1743EBA-91DB-48BF-AEE3-5EC8FAEB5FFD}" type="presParOf" srcId="{F7D41AF7-1EA2-44F1-959F-47B29F802DF2}" destId="{BFD7E77D-0EC5-4F6E-BFDF-2DA8AD9BC7A4}" srcOrd="1" destOrd="0" presId="urn:microsoft.com/office/officeart/2008/layout/LinedList"/>
    <dgm:cxn modelId="{C14E40EE-62DD-4857-B9DB-E06B74446251}" type="presParOf" srcId="{BFD7E77D-0EC5-4F6E-BFDF-2DA8AD9BC7A4}" destId="{CE99621C-2A6E-4513-B7B3-EDDA4C0D57F0}" srcOrd="0" destOrd="0" presId="urn:microsoft.com/office/officeart/2008/layout/LinedList"/>
    <dgm:cxn modelId="{FF424D0E-A534-4C31-B46A-6F29F472F434}" type="presParOf" srcId="{BFD7E77D-0EC5-4F6E-BFDF-2DA8AD9BC7A4}" destId="{B6F4BE2F-7B62-40A6-9DDA-A2D7C9209037}" srcOrd="1" destOrd="0" presId="urn:microsoft.com/office/officeart/2008/layout/LinedList"/>
    <dgm:cxn modelId="{D40E0B25-E8AC-45F9-91FA-C67AC08679B6}" type="presParOf" srcId="{B6F4BE2F-7B62-40A6-9DDA-A2D7C9209037}" destId="{0C2021B3-E057-4A2F-BA4B-C54B735E66AA}" srcOrd="0" destOrd="0" presId="urn:microsoft.com/office/officeart/2008/layout/LinedList"/>
    <dgm:cxn modelId="{57C9EE54-4060-4241-851A-0DE01B7F85BB}" type="presParOf" srcId="{B6F4BE2F-7B62-40A6-9DDA-A2D7C9209037}" destId="{68E54D04-A211-43A0-9F37-1F120BC2D70E}" srcOrd="1" destOrd="0" presId="urn:microsoft.com/office/officeart/2008/layout/LinedList"/>
    <dgm:cxn modelId="{1E0BCAB3-7B31-4E4C-83A7-E885ACE77BC0}" type="presParOf" srcId="{68E54D04-A211-43A0-9F37-1F120BC2D70E}" destId="{A06C4DFA-65AD-49A5-B3C8-1FD34279E713}" srcOrd="0" destOrd="0" presId="urn:microsoft.com/office/officeart/2008/layout/LinedList"/>
    <dgm:cxn modelId="{B19AE163-6E7D-409D-B568-B02D6DBE2072}" type="presParOf" srcId="{68E54D04-A211-43A0-9F37-1F120BC2D70E}" destId="{2C066219-3E04-422C-AF85-46BA7130CE5F}" srcOrd="1" destOrd="0" presId="urn:microsoft.com/office/officeart/2008/layout/LinedList"/>
    <dgm:cxn modelId="{0816C9EE-44AD-49AF-9C93-11EDFDCEE144}" type="presParOf" srcId="{68E54D04-A211-43A0-9F37-1F120BC2D70E}" destId="{67754934-7100-463B-8BB0-165D0DD7480E}" srcOrd="2" destOrd="0" presId="urn:microsoft.com/office/officeart/2008/layout/LinedList"/>
    <dgm:cxn modelId="{47920013-657E-4A0B-84F6-FEDDE85A80A0}" type="presParOf" srcId="{B6F4BE2F-7B62-40A6-9DDA-A2D7C9209037}" destId="{EF757B2E-B374-42DD-A962-4354934E23F1}" srcOrd="2" destOrd="0" presId="urn:microsoft.com/office/officeart/2008/layout/LinedList"/>
    <dgm:cxn modelId="{570575A9-8E2B-430C-9E3C-FFA69C4AC4C0}" type="presParOf" srcId="{B6F4BE2F-7B62-40A6-9DDA-A2D7C9209037}" destId="{332DBB17-D9B4-4319-9997-88FF9F8C77BA}" srcOrd="3" destOrd="0" presId="urn:microsoft.com/office/officeart/2008/layout/LinedList"/>
    <dgm:cxn modelId="{8587C118-F72D-4137-B64D-CB7701D00BC9}" type="presParOf" srcId="{B6F4BE2F-7B62-40A6-9DDA-A2D7C9209037}" destId="{E0AE60F9-D6C5-42E6-B5A9-8267B591983B}" srcOrd="4" destOrd="0" presId="urn:microsoft.com/office/officeart/2008/layout/LinedList"/>
    <dgm:cxn modelId="{CBB60779-A91F-4BFE-A15D-AA2A21CDA917}" type="presParOf" srcId="{E0AE60F9-D6C5-42E6-B5A9-8267B591983B}" destId="{3B001783-E1C8-4950-B218-8C0EFC1C50EC}" srcOrd="0" destOrd="0" presId="urn:microsoft.com/office/officeart/2008/layout/LinedList"/>
    <dgm:cxn modelId="{B83337EC-9B4C-4802-A59C-496501B3DE2F}" type="presParOf" srcId="{E0AE60F9-D6C5-42E6-B5A9-8267B591983B}" destId="{4047B749-5E22-4F08-B782-E28BE164C19A}" srcOrd="1" destOrd="0" presId="urn:microsoft.com/office/officeart/2008/layout/LinedList"/>
    <dgm:cxn modelId="{8B821444-EF01-4B2D-8AF5-240DFBFAC830}" type="presParOf" srcId="{E0AE60F9-D6C5-42E6-B5A9-8267B591983B}" destId="{6C11E28F-97FB-4158-AE88-70C07E236CA6}" srcOrd="2" destOrd="0" presId="urn:microsoft.com/office/officeart/2008/layout/LinedList"/>
    <dgm:cxn modelId="{1AECA631-0998-491F-83C2-2FA4C1EFBA79}" type="presParOf" srcId="{B6F4BE2F-7B62-40A6-9DDA-A2D7C9209037}" destId="{205D36BE-1F47-42A3-A956-4085EBC68F09}" srcOrd="5" destOrd="0" presId="urn:microsoft.com/office/officeart/2008/layout/LinedList"/>
    <dgm:cxn modelId="{5D190AEA-7A65-4CB0-9D92-9285E6F3987C}" type="presParOf" srcId="{B6F4BE2F-7B62-40A6-9DDA-A2D7C9209037}" destId="{50BE9915-BDC0-4C06-A9BD-06929B8BD126}" srcOrd="6"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C5EF2D-8830-41FF-9479-E4E85CAB76A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8C1DFDE-60E4-43B0-B24B-751E9C827EE5}">
      <dgm:prSet phldrT="[Text]" custT="1"/>
      <dgm:spPr/>
      <dgm:t>
        <a:bodyPr/>
        <a:lstStyle/>
        <a:p>
          <a:pPr algn="ctr"/>
          <a:r>
            <a:rPr lang="en-IN" sz="2000" dirty="0"/>
            <a:t>Manual Processing</a:t>
          </a:r>
        </a:p>
      </dgm:t>
    </dgm:pt>
    <dgm:pt modelId="{C0F1E534-180E-4CBC-8CFB-3998DA9342C0}" type="parTrans" cxnId="{165424E5-2693-4EDF-AA3D-EA2B54097B70}">
      <dgm:prSet/>
      <dgm:spPr/>
      <dgm:t>
        <a:bodyPr/>
        <a:lstStyle/>
        <a:p>
          <a:endParaRPr lang="en-IN"/>
        </a:p>
      </dgm:t>
    </dgm:pt>
    <dgm:pt modelId="{2A76F2CE-24EB-42C6-8705-611E18A770A5}" type="sibTrans" cxnId="{165424E5-2693-4EDF-AA3D-EA2B54097B70}">
      <dgm:prSet/>
      <dgm:spPr/>
      <dgm:t>
        <a:bodyPr/>
        <a:lstStyle/>
        <a:p>
          <a:endParaRPr lang="en-IN"/>
        </a:p>
      </dgm:t>
    </dgm:pt>
    <dgm:pt modelId="{3D917277-9CF1-45D6-9447-F4302D6A05A2}">
      <dgm:prSet phldrT="[Text]"/>
      <dgm:spPr/>
      <dgm:t>
        <a:bodyPr/>
        <a:lstStyle/>
        <a:p>
          <a:pPr>
            <a:buNone/>
          </a:pPr>
          <a:r>
            <a:rPr lang="en-IN" b="1" dirty="0"/>
            <a:t>Limited Automation Flexibility</a:t>
          </a:r>
          <a:r>
            <a:rPr lang="en-IN" dirty="0"/>
            <a:t> </a:t>
          </a:r>
        </a:p>
      </dgm:t>
    </dgm:pt>
    <dgm:pt modelId="{B2F8FFEA-6FB0-4C3B-A738-9B2BD847407F}" type="parTrans" cxnId="{A08587E5-05B6-458E-9D6D-A90F1DB8651A}">
      <dgm:prSet/>
      <dgm:spPr/>
      <dgm:t>
        <a:bodyPr/>
        <a:lstStyle/>
        <a:p>
          <a:endParaRPr lang="en-IN"/>
        </a:p>
      </dgm:t>
    </dgm:pt>
    <dgm:pt modelId="{BDDD6DB2-46D4-4780-90F0-F358E927DE21}" type="sibTrans" cxnId="{A08587E5-05B6-458E-9D6D-A90F1DB8651A}">
      <dgm:prSet/>
      <dgm:spPr/>
      <dgm:t>
        <a:bodyPr/>
        <a:lstStyle/>
        <a:p>
          <a:endParaRPr lang="en-IN"/>
        </a:p>
      </dgm:t>
    </dgm:pt>
    <dgm:pt modelId="{9E96218B-3011-4750-A3E9-066090572892}">
      <dgm:prSet phldrT="[Text]"/>
      <dgm:spPr/>
      <dgm:t>
        <a:bodyPr/>
        <a:lstStyle/>
        <a:p>
          <a:pPr>
            <a:buNone/>
          </a:pPr>
          <a:r>
            <a:rPr lang="en-IN" b="1" dirty="0">
              <a:effectLst/>
              <a:latin typeface="Calibri" panose="020F0502020204030204" pitchFamily="34" charset="0"/>
              <a:ea typeface="Calibri" panose="020F0502020204030204" pitchFamily="34" charset="0"/>
              <a:cs typeface="Times New Roman" panose="02020603050405020304" pitchFamily="18" charset="0"/>
            </a:rPr>
            <a:t>Control over the Process</a:t>
          </a:r>
          <a:r>
            <a:rPr lang="en-IN"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dgm:t>
    </dgm:pt>
    <dgm:pt modelId="{30B79EDF-1D5B-4F95-82C4-1DCDB5F3DA1C}" type="parTrans" cxnId="{5324FD7F-2190-49C1-9F62-97D8B8A304AB}">
      <dgm:prSet/>
      <dgm:spPr/>
      <dgm:t>
        <a:bodyPr/>
        <a:lstStyle/>
        <a:p>
          <a:endParaRPr lang="en-IN"/>
        </a:p>
      </dgm:t>
    </dgm:pt>
    <dgm:pt modelId="{1AB1A8FF-CC61-4103-9F57-6AAA014F4E39}" type="sibTrans" cxnId="{5324FD7F-2190-49C1-9F62-97D8B8A304AB}">
      <dgm:prSet/>
      <dgm:spPr/>
      <dgm:t>
        <a:bodyPr/>
        <a:lstStyle/>
        <a:p>
          <a:endParaRPr lang="en-IN"/>
        </a:p>
      </dgm:t>
    </dgm:pt>
    <dgm:pt modelId="{981B24D2-8F39-460D-A282-8E5A1E1A9540}">
      <dgm:prSet phldrT="[Text]"/>
      <dgm:spPr/>
      <dgm:t>
        <a:bodyPr/>
        <a:lstStyle/>
        <a:p>
          <a:pPr>
            <a:buNone/>
          </a:pPr>
          <a:r>
            <a:rPr lang="en-IN" b="1" dirty="0">
              <a:effectLst/>
              <a:latin typeface="Calibri" panose="020F0502020204030204" pitchFamily="34" charset="0"/>
              <a:ea typeface="Calibri" panose="020F0502020204030204" pitchFamily="34" charset="0"/>
              <a:cs typeface="Times New Roman" panose="02020603050405020304" pitchFamily="18" charset="0"/>
            </a:rPr>
            <a:t>Ability to Handle Physical Documents</a:t>
          </a:r>
          <a:r>
            <a:rPr lang="en-IN" dirty="0">
              <a:effectLst/>
              <a:latin typeface="Calibri" panose="020F0502020204030204" pitchFamily="34" charset="0"/>
              <a:ea typeface="Calibri" panose="020F0502020204030204" pitchFamily="34" charset="0"/>
              <a:cs typeface="Times New Roman" panose="02020603050405020304" pitchFamily="18" charset="0"/>
            </a:rPr>
            <a:t> </a:t>
          </a:r>
          <a:endParaRPr lang="en-IN" dirty="0"/>
        </a:p>
      </dgm:t>
    </dgm:pt>
    <dgm:pt modelId="{8706CFC8-17FC-42D3-BB3D-FF80A8543BC9}" type="parTrans" cxnId="{9A7BFEFB-A1B9-4999-BD06-FDCC4045BFCE}">
      <dgm:prSet/>
      <dgm:spPr/>
      <dgm:t>
        <a:bodyPr/>
        <a:lstStyle/>
        <a:p>
          <a:endParaRPr lang="en-IN"/>
        </a:p>
      </dgm:t>
    </dgm:pt>
    <dgm:pt modelId="{682B1657-C586-4927-BB55-6F3E6B59F480}" type="sibTrans" cxnId="{9A7BFEFB-A1B9-4999-BD06-FDCC4045BFCE}">
      <dgm:prSet/>
      <dgm:spPr/>
      <dgm:t>
        <a:bodyPr/>
        <a:lstStyle/>
        <a:p>
          <a:endParaRPr lang="en-IN"/>
        </a:p>
      </dgm:t>
    </dgm:pt>
    <dgm:pt modelId="{F7D41AF7-1EA2-44F1-959F-47B29F802DF2}" type="pres">
      <dgm:prSet presAssocID="{8BC5EF2D-8830-41FF-9479-E4E85CAB76A7}" presName="vert0" presStyleCnt="0">
        <dgm:presLayoutVars>
          <dgm:dir/>
          <dgm:animOne val="branch"/>
          <dgm:animLvl val="lvl"/>
        </dgm:presLayoutVars>
      </dgm:prSet>
      <dgm:spPr/>
    </dgm:pt>
    <dgm:pt modelId="{33D939FA-650B-4C8A-B49E-15A6A9B3DC90}" type="pres">
      <dgm:prSet presAssocID="{38C1DFDE-60E4-43B0-B24B-751E9C827EE5}" presName="thickLine" presStyleLbl="alignNode1" presStyleIdx="0" presStyleCnt="1"/>
      <dgm:spPr/>
    </dgm:pt>
    <dgm:pt modelId="{BFD7E77D-0EC5-4F6E-BFDF-2DA8AD9BC7A4}" type="pres">
      <dgm:prSet presAssocID="{38C1DFDE-60E4-43B0-B24B-751E9C827EE5}" presName="horz1" presStyleCnt="0"/>
      <dgm:spPr/>
    </dgm:pt>
    <dgm:pt modelId="{CE99621C-2A6E-4513-B7B3-EDDA4C0D57F0}" type="pres">
      <dgm:prSet presAssocID="{38C1DFDE-60E4-43B0-B24B-751E9C827EE5}" presName="tx1" presStyleLbl="revTx" presStyleIdx="0" presStyleCnt="4"/>
      <dgm:spPr/>
    </dgm:pt>
    <dgm:pt modelId="{B6F4BE2F-7B62-40A6-9DDA-A2D7C9209037}" type="pres">
      <dgm:prSet presAssocID="{38C1DFDE-60E4-43B0-B24B-751E9C827EE5}" presName="vert1" presStyleCnt="0"/>
      <dgm:spPr/>
    </dgm:pt>
    <dgm:pt modelId="{0C2021B3-E057-4A2F-BA4B-C54B735E66AA}" type="pres">
      <dgm:prSet presAssocID="{3D917277-9CF1-45D6-9447-F4302D6A05A2}" presName="vertSpace2a" presStyleCnt="0"/>
      <dgm:spPr/>
    </dgm:pt>
    <dgm:pt modelId="{68E54D04-A211-43A0-9F37-1F120BC2D70E}" type="pres">
      <dgm:prSet presAssocID="{3D917277-9CF1-45D6-9447-F4302D6A05A2}" presName="horz2" presStyleCnt="0"/>
      <dgm:spPr/>
    </dgm:pt>
    <dgm:pt modelId="{A06C4DFA-65AD-49A5-B3C8-1FD34279E713}" type="pres">
      <dgm:prSet presAssocID="{3D917277-9CF1-45D6-9447-F4302D6A05A2}" presName="horzSpace2" presStyleCnt="0"/>
      <dgm:spPr/>
    </dgm:pt>
    <dgm:pt modelId="{2C066219-3E04-422C-AF85-46BA7130CE5F}" type="pres">
      <dgm:prSet presAssocID="{3D917277-9CF1-45D6-9447-F4302D6A05A2}" presName="tx2" presStyleLbl="revTx" presStyleIdx="1" presStyleCnt="4"/>
      <dgm:spPr/>
    </dgm:pt>
    <dgm:pt modelId="{67754934-7100-463B-8BB0-165D0DD7480E}" type="pres">
      <dgm:prSet presAssocID="{3D917277-9CF1-45D6-9447-F4302D6A05A2}" presName="vert2" presStyleCnt="0"/>
      <dgm:spPr/>
    </dgm:pt>
    <dgm:pt modelId="{EF757B2E-B374-42DD-A962-4354934E23F1}" type="pres">
      <dgm:prSet presAssocID="{3D917277-9CF1-45D6-9447-F4302D6A05A2}" presName="thinLine2b" presStyleLbl="callout" presStyleIdx="0" presStyleCnt="3"/>
      <dgm:spPr/>
    </dgm:pt>
    <dgm:pt modelId="{332DBB17-D9B4-4319-9997-88FF9F8C77BA}" type="pres">
      <dgm:prSet presAssocID="{3D917277-9CF1-45D6-9447-F4302D6A05A2}" presName="vertSpace2b" presStyleCnt="0"/>
      <dgm:spPr/>
    </dgm:pt>
    <dgm:pt modelId="{E0AE60F9-D6C5-42E6-B5A9-8267B591983B}" type="pres">
      <dgm:prSet presAssocID="{9E96218B-3011-4750-A3E9-066090572892}" presName="horz2" presStyleCnt="0"/>
      <dgm:spPr/>
    </dgm:pt>
    <dgm:pt modelId="{3B001783-E1C8-4950-B218-8C0EFC1C50EC}" type="pres">
      <dgm:prSet presAssocID="{9E96218B-3011-4750-A3E9-066090572892}" presName="horzSpace2" presStyleCnt="0"/>
      <dgm:spPr/>
    </dgm:pt>
    <dgm:pt modelId="{4047B749-5E22-4F08-B782-E28BE164C19A}" type="pres">
      <dgm:prSet presAssocID="{9E96218B-3011-4750-A3E9-066090572892}" presName="tx2" presStyleLbl="revTx" presStyleIdx="2" presStyleCnt="4"/>
      <dgm:spPr/>
    </dgm:pt>
    <dgm:pt modelId="{6C11E28F-97FB-4158-AE88-70C07E236CA6}" type="pres">
      <dgm:prSet presAssocID="{9E96218B-3011-4750-A3E9-066090572892}" presName="vert2" presStyleCnt="0"/>
      <dgm:spPr/>
    </dgm:pt>
    <dgm:pt modelId="{205D36BE-1F47-42A3-A956-4085EBC68F09}" type="pres">
      <dgm:prSet presAssocID="{9E96218B-3011-4750-A3E9-066090572892}" presName="thinLine2b" presStyleLbl="callout" presStyleIdx="1" presStyleCnt="3"/>
      <dgm:spPr/>
    </dgm:pt>
    <dgm:pt modelId="{50BE9915-BDC0-4C06-A9BD-06929B8BD126}" type="pres">
      <dgm:prSet presAssocID="{9E96218B-3011-4750-A3E9-066090572892}" presName="vertSpace2b" presStyleCnt="0"/>
      <dgm:spPr/>
    </dgm:pt>
    <dgm:pt modelId="{482910D6-768A-4510-A3C7-827E0025691F}" type="pres">
      <dgm:prSet presAssocID="{981B24D2-8F39-460D-A282-8E5A1E1A9540}" presName="horz2" presStyleCnt="0"/>
      <dgm:spPr/>
    </dgm:pt>
    <dgm:pt modelId="{316306E3-6717-4A8D-9D38-7AE96FAACDE4}" type="pres">
      <dgm:prSet presAssocID="{981B24D2-8F39-460D-A282-8E5A1E1A9540}" presName="horzSpace2" presStyleCnt="0"/>
      <dgm:spPr/>
    </dgm:pt>
    <dgm:pt modelId="{9CEF4F47-1C25-415A-942E-396E79EB0D3B}" type="pres">
      <dgm:prSet presAssocID="{981B24D2-8F39-460D-A282-8E5A1E1A9540}" presName="tx2" presStyleLbl="revTx" presStyleIdx="3" presStyleCnt="4"/>
      <dgm:spPr/>
    </dgm:pt>
    <dgm:pt modelId="{22519B59-7EE5-4BE2-B2DE-ACAF34410497}" type="pres">
      <dgm:prSet presAssocID="{981B24D2-8F39-460D-A282-8E5A1E1A9540}" presName="vert2" presStyleCnt="0"/>
      <dgm:spPr/>
    </dgm:pt>
    <dgm:pt modelId="{ADEA5714-436A-4B07-B9D1-2EB91932BB00}" type="pres">
      <dgm:prSet presAssocID="{981B24D2-8F39-460D-A282-8E5A1E1A9540}" presName="thinLine2b" presStyleLbl="callout" presStyleIdx="2" presStyleCnt="3"/>
      <dgm:spPr/>
    </dgm:pt>
    <dgm:pt modelId="{AAD18337-D193-42A9-8DD5-148FE37846BE}" type="pres">
      <dgm:prSet presAssocID="{981B24D2-8F39-460D-A282-8E5A1E1A9540}" presName="vertSpace2b" presStyleCnt="0"/>
      <dgm:spPr/>
    </dgm:pt>
  </dgm:ptLst>
  <dgm:cxnLst>
    <dgm:cxn modelId="{59915B1B-8D0E-4D21-9369-0A30B8CF5DA8}" type="presOf" srcId="{8BC5EF2D-8830-41FF-9479-E4E85CAB76A7}" destId="{F7D41AF7-1EA2-44F1-959F-47B29F802DF2}" srcOrd="0" destOrd="0" presId="urn:microsoft.com/office/officeart/2008/layout/LinedList"/>
    <dgm:cxn modelId="{F538C442-8B6E-4903-8642-5E4F2697A7B5}" type="presOf" srcId="{38C1DFDE-60E4-43B0-B24B-751E9C827EE5}" destId="{CE99621C-2A6E-4513-B7B3-EDDA4C0D57F0}" srcOrd="0" destOrd="0" presId="urn:microsoft.com/office/officeart/2008/layout/LinedList"/>
    <dgm:cxn modelId="{5324FD7F-2190-49C1-9F62-97D8B8A304AB}" srcId="{38C1DFDE-60E4-43B0-B24B-751E9C827EE5}" destId="{9E96218B-3011-4750-A3E9-066090572892}" srcOrd="1" destOrd="0" parTransId="{30B79EDF-1D5B-4F95-82C4-1DCDB5F3DA1C}" sibTransId="{1AB1A8FF-CC61-4103-9F57-6AAA014F4E39}"/>
    <dgm:cxn modelId="{EFF0AD82-B2A6-4834-911F-CB1C177633DE}" type="presOf" srcId="{981B24D2-8F39-460D-A282-8E5A1E1A9540}" destId="{9CEF4F47-1C25-415A-942E-396E79EB0D3B}" srcOrd="0" destOrd="0" presId="urn:microsoft.com/office/officeart/2008/layout/LinedList"/>
    <dgm:cxn modelId="{27FF1290-F4E9-47C0-A354-C5CC09F19CD5}" type="presOf" srcId="{3D917277-9CF1-45D6-9447-F4302D6A05A2}" destId="{2C066219-3E04-422C-AF85-46BA7130CE5F}" srcOrd="0" destOrd="0" presId="urn:microsoft.com/office/officeart/2008/layout/LinedList"/>
    <dgm:cxn modelId="{610048A2-5C71-4EA5-910C-944B4D0A43FC}" type="presOf" srcId="{9E96218B-3011-4750-A3E9-066090572892}" destId="{4047B749-5E22-4F08-B782-E28BE164C19A}" srcOrd="0" destOrd="0" presId="urn:microsoft.com/office/officeart/2008/layout/LinedList"/>
    <dgm:cxn modelId="{165424E5-2693-4EDF-AA3D-EA2B54097B70}" srcId="{8BC5EF2D-8830-41FF-9479-E4E85CAB76A7}" destId="{38C1DFDE-60E4-43B0-B24B-751E9C827EE5}" srcOrd="0" destOrd="0" parTransId="{C0F1E534-180E-4CBC-8CFB-3998DA9342C0}" sibTransId="{2A76F2CE-24EB-42C6-8705-611E18A770A5}"/>
    <dgm:cxn modelId="{A08587E5-05B6-458E-9D6D-A90F1DB8651A}" srcId="{38C1DFDE-60E4-43B0-B24B-751E9C827EE5}" destId="{3D917277-9CF1-45D6-9447-F4302D6A05A2}" srcOrd="0" destOrd="0" parTransId="{B2F8FFEA-6FB0-4C3B-A738-9B2BD847407F}" sibTransId="{BDDD6DB2-46D4-4780-90F0-F358E927DE21}"/>
    <dgm:cxn modelId="{9A7BFEFB-A1B9-4999-BD06-FDCC4045BFCE}" srcId="{38C1DFDE-60E4-43B0-B24B-751E9C827EE5}" destId="{981B24D2-8F39-460D-A282-8E5A1E1A9540}" srcOrd="2" destOrd="0" parTransId="{8706CFC8-17FC-42D3-BB3D-FF80A8543BC9}" sibTransId="{682B1657-C586-4927-BB55-6F3E6B59F480}"/>
    <dgm:cxn modelId="{17BEDDDC-1DCF-4432-8883-12D577892794}" type="presParOf" srcId="{F7D41AF7-1EA2-44F1-959F-47B29F802DF2}" destId="{33D939FA-650B-4C8A-B49E-15A6A9B3DC90}" srcOrd="0" destOrd="0" presId="urn:microsoft.com/office/officeart/2008/layout/LinedList"/>
    <dgm:cxn modelId="{B1743EBA-91DB-48BF-AEE3-5EC8FAEB5FFD}" type="presParOf" srcId="{F7D41AF7-1EA2-44F1-959F-47B29F802DF2}" destId="{BFD7E77D-0EC5-4F6E-BFDF-2DA8AD9BC7A4}" srcOrd="1" destOrd="0" presId="urn:microsoft.com/office/officeart/2008/layout/LinedList"/>
    <dgm:cxn modelId="{C14E40EE-62DD-4857-B9DB-E06B74446251}" type="presParOf" srcId="{BFD7E77D-0EC5-4F6E-BFDF-2DA8AD9BC7A4}" destId="{CE99621C-2A6E-4513-B7B3-EDDA4C0D57F0}" srcOrd="0" destOrd="0" presId="urn:microsoft.com/office/officeart/2008/layout/LinedList"/>
    <dgm:cxn modelId="{FF424D0E-A534-4C31-B46A-6F29F472F434}" type="presParOf" srcId="{BFD7E77D-0EC5-4F6E-BFDF-2DA8AD9BC7A4}" destId="{B6F4BE2F-7B62-40A6-9DDA-A2D7C9209037}" srcOrd="1" destOrd="0" presId="urn:microsoft.com/office/officeart/2008/layout/LinedList"/>
    <dgm:cxn modelId="{D40E0B25-E8AC-45F9-91FA-C67AC08679B6}" type="presParOf" srcId="{B6F4BE2F-7B62-40A6-9DDA-A2D7C9209037}" destId="{0C2021B3-E057-4A2F-BA4B-C54B735E66AA}" srcOrd="0" destOrd="0" presId="urn:microsoft.com/office/officeart/2008/layout/LinedList"/>
    <dgm:cxn modelId="{57C9EE54-4060-4241-851A-0DE01B7F85BB}" type="presParOf" srcId="{B6F4BE2F-7B62-40A6-9DDA-A2D7C9209037}" destId="{68E54D04-A211-43A0-9F37-1F120BC2D70E}" srcOrd="1" destOrd="0" presId="urn:microsoft.com/office/officeart/2008/layout/LinedList"/>
    <dgm:cxn modelId="{1E0BCAB3-7B31-4E4C-83A7-E885ACE77BC0}" type="presParOf" srcId="{68E54D04-A211-43A0-9F37-1F120BC2D70E}" destId="{A06C4DFA-65AD-49A5-B3C8-1FD34279E713}" srcOrd="0" destOrd="0" presId="urn:microsoft.com/office/officeart/2008/layout/LinedList"/>
    <dgm:cxn modelId="{B19AE163-6E7D-409D-B568-B02D6DBE2072}" type="presParOf" srcId="{68E54D04-A211-43A0-9F37-1F120BC2D70E}" destId="{2C066219-3E04-422C-AF85-46BA7130CE5F}" srcOrd="1" destOrd="0" presId="urn:microsoft.com/office/officeart/2008/layout/LinedList"/>
    <dgm:cxn modelId="{0816C9EE-44AD-49AF-9C93-11EDFDCEE144}" type="presParOf" srcId="{68E54D04-A211-43A0-9F37-1F120BC2D70E}" destId="{67754934-7100-463B-8BB0-165D0DD7480E}" srcOrd="2" destOrd="0" presId="urn:microsoft.com/office/officeart/2008/layout/LinedList"/>
    <dgm:cxn modelId="{47920013-657E-4A0B-84F6-FEDDE85A80A0}" type="presParOf" srcId="{B6F4BE2F-7B62-40A6-9DDA-A2D7C9209037}" destId="{EF757B2E-B374-42DD-A962-4354934E23F1}" srcOrd="2" destOrd="0" presId="urn:microsoft.com/office/officeart/2008/layout/LinedList"/>
    <dgm:cxn modelId="{570575A9-8E2B-430C-9E3C-FFA69C4AC4C0}" type="presParOf" srcId="{B6F4BE2F-7B62-40A6-9DDA-A2D7C9209037}" destId="{332DBB17-D9B4-4319-9997-88FF9F8C77BA}" srcOrd="3" destOrd="0" presId="urn:microsoft.com/office/officeart/2008/layout/LinedList"/>
    <dgm:cxn modelId="{8587C118-F72D-4137-B64D-CB7701D00BC9}" type="presParOf" srcId="{B6F4BE2F-7B62-40A6-9DDA-A2D7C9209037}" destId="{E0AE60F9-D6C5-42E6-B5A9-8267B591983B}" srcOrd="4" destOrd="0" presId="urn:microsoft.com/office/officeart/2008/layout/LinedList"/>
    <dgm:cxn modelId="{CBB60779-A91F-4BFE-A15D-AA2A21CDA917}" type="presParOf" srcId="{E0AE60F9-D6C5-42E6-B5A9-8267B591983B}" destId="{3B001783-E1C8-4950-B218-8C0EFC1C50EC}" srcOrd="0" destOrd="0" presId="urn:microsoft.com/office/officeart/2008/layout/LinedList"/>
    <dgm:cxn modelId="{B83337EC-9B4C-4802-A59C-496501B3DE2F}" type="presParOf" srcId="{E0AE60F9-D6C5-42E6-B5A9-8267B591983B}" destId="{4047B749-5E22-4F08-B782-E28BE164C19A}" srcOrd="1" destOrd="0" presId="urn:microsoft.com/office/officeart/2008/layout/LinedList"/>
    <dgm:cxn modelId="{8B821444-EF01-4B2D-8AF5-240DFBFAC830}" type="presParOf" srcId="{E0AE60F9-D6C5-42E6-B5A9-8267B591983B}" destId="{6C11E28F-97FB-4158-AE88-70C07E236CA6}" srcOrd="2" destOrd="0" presId="urn:microsoft.com/office/officeart/2008/layout/LinedList"/>
    <dgm:cxn modelId="{1AECA631-0998-491F-83C2-2FA4C1EFBA79}" type="presParOf" srcId="{B6F4BE2F-7B62-40A6-9DDA-A2D7C9209037}" destId="{205D36BE-1F47-42A3-A956-4085EBC68F09}" srcOrd="5" destOrd="0" presId="urn:microsoft.com/office/officeart/2008/layout/LinedList"/>
    <dgm:cxn modelId="{5D190AEA-7A65-4CB0-9D92-9285E6F3987C}" type="presParOf" srcId="{B6F4BE2F-7B62-40A6-9DDA-A2D7C9209037}" destId="{50BE9915-BDC0-4C06-A9BD-06929B8BD126}" srcOrd="6" destOrd="0" presId="urn:microsoft.com/office/officeart/2008/layout/LinedList"/>
    <dgm:cxn modelId="{917D9461-CE6A-4040-AF68-B4F1043DC724}" type="presParOf" srcId="{B6F4BE2F-7B62-40A6-9DDA-A2D7C9209037}" destId="{482910D6-768A-4510-A3C7-827E0025691F}" srcOrd="7" destOrd="0" presId="urn:microsoft.com/office/officeart/2008/layout/LinedList"/>
    <dgm:cxn modelId="{B9DB418D-0233-454B-8D33-CF66BB720D26}" type="presParOf" srcId="{482910D6-768A-4510-A3C7-827E0025691F}" destId="{316306E3-6717-4A8D-9D38-7AE96FAACDE4}" srcOrd="0" destOrd="0" presId="urn:microsoft.com/office/officeart/2008/layout/LinedList"/>
    <dgm:cxn modelId="{5F4BC112-35D2-438D-A713-6C5FEB169A2E}" type="presParOf" srcId="{482910D6-768A-4510-A3C7-827E0025691F}" destId="{9CEF4F47-1C25-415A-942E-396E79EB0D3B}" srcOrd="1" destOrd="0" presId="urn:microsoft.com/office/officeart/2008/layout/LinedList"/>
    <dgm:cxn modelId="{1C686269-086D-4C43-9FA4-83EE004AB646}" type="presParOf" srcId="{482910D6-768A-4510-A3C7-827E0025691F}" destId="{22519B59-7EE5-4BE2-B2DE-ACAF34410497}" srcOrd="2" destOrd="0" presId="urn:microsoft.com/office/officeart/2008/layout/LinedList"/>
    <dgm:cxn modelId="{60F0F6E3-8A78-4BCE-8DA7-43683F97AE3C}" type="presParOf" srcId="{B6F4BE2F-7B62-40A6-9DDA-A2D7C9209037}" destId="{ADEA5714-436A-4B07-B9D1-2EB91932BB00}" srcOrd="8" destOrd="0" presId="urn:microsoft.com/office/officeart/2008/layout/LinedList"/>
    <dgm:cxn modelId="{4F0A4265-948B-453A-9AE9-437BD8A66129}" type="presParOf" srcId="{B6F4BE2F-7B62-40A6-9DDA-A2D7C9209037}" destId="{AAD18337-D193-42A9-8DD5-148FE37846BE}"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C5EF2D-8830-41FF-9479-E4E85CAB76A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38C1DFDE-60E4-43B0-B24B-751E9C827EE5}">
      <dgm:prSet phldrT="[Text]" custT="1"/>
      <dgm:spPr/>
      <dgm:t>
        <a:bodyPr/>
        <a:lstStyle/>
        <a:p>
          <a:pPr algn="ctr"/>
          <a:r>
            <a:rPr lang="en-IN" sz="2000" dirty="0">
              <a:effectLst/>
              <a:latin typeface="+mn-lt"/>
              <a:ea typeface="Calibri" panose="020F0502020204030204" pitchFamily="34" charset="0"/>
              <a:cs typeface="Times New Roman" panose="02020603050405020304" pitchFamily="18" charset="0"/>
            </a:rPr>
            <a:t>ERP Methods</a:t>
          </a:r>
          <a:endParaRPr lang="en-IN" sz="2000" dirty="0"/>
        </a:p>
      </dgm:t>
    </dgm:pt>
    <dgm:pt modelId="{C0F1E534-180E-4CBC-8CFB-3998DA9342C0}" type="parTrans" cxnId="{165424E5-2693-4EDF-AA3D-EA2B54097B70}">
      <dgm:prSet/>
      <dgm:spPr/>
      <dgm:t>
        <a:bodyPr/>
        <a:lstStyle/>
        <a:p>
          <a:endParaRPr lang="en-IN"/>
        </a:p>
      </dgm:t>
    </dgm:pt>
    <dgm:pt modelId="{2A76F2CE-24EB-42C6-8705-611E18A770A5}" type="sibTrans" cxnId="{165424E5-2693-4EDF-AA3D-EA2B54097B70}">
      <dgm:prSet/>
      <dgm:spPr/>
      <dgm:t>
        <a:bodyPr/>
        <a:lstStyle/>
        <a:p>
          <a:endParaRPr lang="en-IN"/>
        </a:p>
      </dgm:t>
    </dgm:pt>
    <dgm:pt modelId="{3D917277-9CF1-45D6-9447-F4302D6A05A2}">
      <dgm:prSet phldrT="[Text]" custT="1"/>
      <dgm:spPr/>
      <dgm:t>
        <a:bodyPr/>
        <a:lstStyle/>
        <a:p>
          <a:pPr>
            <a:buNone/>
          </a:pPr>
          <a:r>
            <a:rPr lang="en-IN" sz="2000" b="1" dirty="0">
              <a:effectLst/>
              <a:latin typeface="Calibri" panose="020F0502020204030204" pitchFamily="34" charset="0"/>
              <a:ea typeface="Calibri" panose="020F0502020204030204" pitchFamily="34" charset="0"/>
              <a:cs typeface="Times New Roman" panose="02020603050405020304" pitchFamily="18" charset="0"/>
            </a:rPr>
            <a:t>Transactional Visibility</a:t>
          </a:r>
          <a:endParaRPr lang="en-IN" sz="2000" dirty="0"/>
        </a:p>
      </dgm:t>
    </dgm:pt>
    <dgm:pt modelId="{B2F8FFEA-6FB0-4C3B-A738-9B2BD847407F}" type="parTrans" cxnId="{A08587E5-05B6-458E-9D6D-A90F1DB8651A}">
      <dgm:prSet/>
      <dgm:spPr/>
      <dgm:t>
        <a:bodyPr/>
        <a:lstStyle/>
        <a:p>
          <a:endParaRPr lang="en-IN"/>
        </a:p>
      </dgm:t>
    </dgm:pt>
    <dgm:pt modelId="{BDDD6DB2-46D4-4780-90F0-F358E927DE21}" type="sibTrans" cxnId="{A08587E5-05B6-458E-9D6D-A90F1DB8651A}">
      <dgm:prSet/>
      <dgm:spPr/>
      <dgm:t>
        <a:bodyPr/>
        <a:lstStyle/>
        <a:p>
          <a:endParaRPr lang="en-IN"/>
        </a:p>
      </dgm:t>
    </dgm:pt>
    <dgm:pt modelId="{9E96218B-3011-4750-A3E9-066090572892}">
      <dgm:prSet phldrT="[Text]" custT="1"/>
      <dgm:spPr/>
      <dgm:t>
        <a:bodyPr/>
        <a:lstStyle/>
        <a:p>
          <a:pPr>
            <a:buNone/>
          </a:pPr>
          <a:r>
            <a:rPr lang="en-IN" sz="2000" b="1" dirty="0">
              <a:latin typeface="Calibri" panose="020F0502020204030204" pitchFamily="34" charset="0"/>
              <a:ea typeface="Calibri" panose="020F0502020204030204" pitchFamily="34" charset="0"/>
              <a:cs typeface="Calibri" panose="020F0502020204030204" pitchFamily="34" charset="0"/>
            </a:rPr>
            <a:t>ERP System Familiarity</a:t>
          </a:r>
          <a:r>
            <a:rPr lang="en-IN" sz="2000" dirty="0">
              <a:latin typeface="Calibri" panose="020F0502020204030204" pitchFamily="34" charset="0"/>
              <a:ea typeface="Calibri" panose="020F0502020204030204" pitchFamily="34" charset="0"/>
              <a:cs typeface="Calibri" panose="020F0502020204030204" pitchFamily="34" charset="0"/>
            </a:rPr>
            <a:t> </a:t>
          </a:r>
        </a:p>
      </dgm:t>
    </dgm:pt>
    <dgm:pt modelId="{30B79EDF-1D5B-4F95-82C4-1DCDB5F3DA1C}" type="parTrans" cxnId="{5324FD7F-2190-49C1-9F62-97D8B8A304AB}">
      <dgm:prSet/>
      <dgm:spPr/>
      <dgm:t>
        <a:bodyPr/>
        <a:lstStyle/>
        <a:p>
          <a:endParaRPr lang="en-IN"/>
        </a:p>
      </dgm:t>
    </dgm:pt>
    <dgm:pt modelId="{1AB1A8FF-CC61-4103-9F57-6AAA014F4E39}" type="sibTrans" cxnId="{5324FD7F-2190-49C1-9F62-97D8B8A304AB}">
      <dgm:prSet/>
      <dgm:spPr/>
      <dgm:t>
        <a:bodyPr/>
        <a:lstStyle/>
        <a:p>
          <a:endParaRPr lang="en-IN"/>
        </a:p>
      </dgm:t>
    </dgm:pt>
    <dgm:pt modelId="{F7D41AF7-1EA2-44F1-959F-47B29F802DF2}" type="pres">
      <dgm:prSet presAssocID="{8BC5EF2D-8830-41FF-9479-E4E85CAB76A7}" presName="vert0" presStyleCnt="0">
        <dgm:presLayoutVars>
          <dgm:dir/>
          <dgm:animOne val="branch"/>
          <dgm:animLvl val="lvl"/>
        </dgm:presLayoutVars>
      </dgm:prSet>
      <dgm:spPr/>
    </dgm:pt>
    <dgm:pt modelId="{33D939FA-650B-4C8A-B49E-15A6A9B3DC90}" type="pres">
      <dgm:prSet presAssocID="{38C1DFDE-60E4-43B0-B24B-751E9C827EE5}" presName="thickLine" presStyleLbl="alignNode1" presStyleIdx="0" presStyleCnt="1"/>
      <dgm:spPr/>
    </dgm:pt>
    <dgm:pt modelId="{BFD7E77D-0EC5-4F6E-BFDF-2DA8AD9BC7A4}" type="pres">
      <dgm:prSet presAssocID="{38C1DFDE-60E4-43B0-B24B-751E9C827EE5}" presName="horz1" presStyleCnt="0"/>
      <dgm:spPr/>
    </dgm:pt>
    <dgm:pt modelId="{CE99621C-2A6E-4513-B7B3-EDDA4C0D57F0}" type="pres">
      <dgm:prSet presAssocID="{38C1DFDE-60E4-43B0-B24B-751E9C827EE5}" presName="tx1" presStyleLbl="revTx" presStyleIdx="0" presStyleCnt="3"/>
      <dgm:spPr/>
    </dgm:pt>
    <dgm:pt modelId="{B6F4BE2F-7B62-40A6-9DDA-A2D7C9209037}" type="pres">
      <dgm:prSet presAssocID="{38C1DFDE-60E4-43B0-B24B-751E9C827EE5}" presName="vert1" presStyleCnt="0"/>
      <dgm:spPr/>
    </dgm:pt>
    <dgm:pt modelId="{0C2021B3-E057-4A2F-BA4B-C54B735E66AA}" type="pres">
      <dgm:prSet presAssocID="{3D917277-9CF1-45D6-9447-F4302D6A05A2}" presName="vertSpace2a" presStyleCnt="0"/>
      <dgm:spPr/>
    </dgm:pt>
    <dgm:pt modelId="{68E54D04-A211-43A0-9F37-1F120BC2D70E}" type="pres">
      <dgm:prSet presAssocID="{3D917277-9CF1-45D6-9447-F4302D6A05A2}" presName="horz2" presStyleCnt="0"/>
      <dgm:spPr/>
    </dgm:pt>
    <dgm:pt modelId="{A06C4DFA-65AD-49A5-B3C8-1FD34279E713}" type="pres">
      <dgm:prSet presAssocID="{3D917277-9CF1-45D6-9447-F4302D6A05A2}" presName="horzSpace2" presStyleCnt="0"/>
      <dgm:spPr/>
    </dgm:pt>
    <dgm:pt modelId="{2C066219-3E04-422C-AF85-46BA7130CE5F}" type="pres">
      <dgm:prSet presAssocID="{3D917277-9CF1-45D6-9447-F4302D6A05A2}" presName="tx2" presStyleLbl="revTx" presStyleIdx="1" presStyleCnt="3"/>
      <dgm:spPr/>
    </dgm:pt>
    <dgm:pt modelId="{67754934-7100-463B-8BB0-165D0DD7480E}" type="pres">
      <dgm:prSet presAssocID="{3D917277-9CF1-45D6-9447-F4302D6A05A2}" presName="vert2" presStyleCnt="0"/>
      <dgm:spPr/>
    </dgm:pt>
    <dgm:pt modelId="{EF757B2E-B374-42DD-A962-4354934E23F1}" type="pres">
      <dgm:prSet presAssocID="{3D917277-9CF1-45D6-9447-F4302D6A05A2}" presName="thinLine2b" presStyleLbl="callout" presStyleIdx="0" presStyleCnt="2"/>
      <dgm:spPr/>
    </dgm:pt>
    <dgm:pt modelId="{332DBB17-D9B4-4319-9997-88FF9F8C77BA}" type="pres">
      <dgm:prSet presAssocID="{3D917277-9CF1-45D6-9447-F4302D6A05A2}" presName="vertSpace2b" presStyleCnt="0"/>
      <dgm:spPr/>
    </dgm:pt>
    <dgm:pt modelId="{E0AE60F9-D6C5-42E6-B5A9-8267B591983B}" type="pres">
      <dgm:prSet presAssocID="{9E96218B-3011-4750-A3E9-066090572892}" presName="horz2" presStyleCnt="0"/>
      <dgm:spPr/>
    </dgm:pt>
    <dgm:pt modelId="{3B001783-E1C8-4950-B218-8C0EFC1C50EC}" type="pres">
      <dgm:prSet presAssocID="{9E96218B-3011-4750-A3E9-066090572892}" presName="horzSpace2" presStyleCnt="0"/>
      <dgm:spPr/>
    </dgm:pt>
    <dgm:pt modelId="{4047B749-5E22-4F08-B782-E28BE164C19A}" type="pres">
      <dgm:prSet presAssocID="{9E96218B-3011-4750-A3E9-066090572892}" presName="tx2" presStyleLbl="revTx" presStyleIdx="2" presStyleCnt="3"/>
      <dgm:spPr/>
    </dgm:pt>
    <dgm:pt modelId="{6C11E28F-97FB-4158-AE88-70C07E236CA6}" type="pres">
      <dgm:prSet presAssocID="{9E96218B-3011-4750-A3E9-066090572892}" presName="vert2" presStyleCnt="0"/>
      <dgm:spPr/>
    </dgm:pt>
    <dgm:pt modelId="{205D36BE-1F47-42A3-A956-4085EBC68F09}" type="pres">
      <dgm:prSet presAssocID="{9E96218B-3011-4750-A3E9-066090572892}" presName="thinLine2b" presStyleLbl="callout" presStyleIdx="1" presStyleCnt="2"/>
      <dgm:spPr/>
    </dgm:pt>
    <dgm:pt modelId="{50BE9915-BDC0-4C06-A9BD-06929B8BD126}" type="pres">
      <dgm:prSet presAssocID="{9E96218B-3011-4750-A3E9-066090572892}" presName="vertSpace2b" presStyleCnt="0"/>
      <dgm:spPr/>
    </dgm:pt>
  </dgm:ptLst>
  <dgm:cxnLst>
    <dgm:cxn modelId="{59915B1B-8D0E-4D21-9369-0A30B8CF5DA8}" type="presOf" srcId="{8BC5EF2D-8830-41FF-9479-E4E85CAB76A7}" destId="{F7D41AF7-1EA2-44F1-959F-47B29F802DF2}" srcOrd="0" destOrd="0" presId="urn:microsoft.com/office/officeart/2008/layout/LinedList"/>
    <dgm:cxn modelId="{F538C442-8B6E-4903-8642-5E4F2697A7B5}" type="presOf" srcId="{38C1DFDE-60E4-43B0-B24B-751E9C827EE5}" destId="{CE99621C-2A6E-4513-B7B3-EDDA4C0D57F0}" srcOrd="0" destOrd="0" presId="urn:microsoft.com/office/officeart/2008/layout/LinedList"/>
    <dgm:cxn modelId="{5324FD7F-2190-49C1-9F62-97D8B8A304AB}" srcId="{38C1DFDE-60E4-43B0-B24B-751E9C827EE5}" destId="{9E96218B-3011-4750-A3E9-066090572892}" srcOrd="1" destOrd="0" parTransId="{30B79EDF-1D5B-4F95-82C4-1DCDB5F3DA1C}" sibTransId="{1AB1A8FF-CC61-4103-9F57-6AAA014F4E39}"/>
    <dgm:cxn modelId="{27FF1290-F4E9-47C0-A354-C5CC09F19CD5}" type="presOf" srcId="{3D917277-9CF1-45D6-9447-F4302D6A05A2}" destId="{2C066219-3E04-422C-AF85-46BA7130CE5F}" srcOrd="0" destOrd="0" presId="urn:microsoft.com/office/officeart/2008/layout/LinedList"/>
    <dgm:cxn modelId="{610048A2-5C71-4EA5-910C-944B4D0A43FC}" type="presOf" srcId="{9E96218B-3011-4750-A3E9-066090572892}" destId="{4047B749-5E22-4F08-B782-E28BE164C19A}" srcOrd="0" destOrd="0" presId="urn:microsoft.com/office/officeart/2008/layout/LinedList"/>
    <dgm:cxn modelId="{165424E5-2693-4EDF-AA3D-EA2B54097B70}" srcId="{8BC5EF2D-8830-41FF-9479-E4E85CAB76A7}" destId="{38C1DFDE-60E4-43B0-B24B-751E9C827EE5}" srcOrd="0" destOrd="0" parTransId="{C0F1E534-180E-4CBC-8CFB-3998DA9342C0}" sibTransId="{2A76F2CE-24EB-42C6-8705-611E18A770A5}"/>
    <dgm:cxn modelId="{A08587E5-05B6-458E-9D6D-A90F1DB8651A}" srcId="{38C1DFDE-60E4-43B0-B24B-751E9C827EE5}" destId="{3D917277-9CF1-45D6-9447-F4302D6A05A2}" srcOrd="0" destOrd="0" parTransId="{B2F8FFEA-6FB0-4C3B-A738-9B2BD847407F}" sibTransId="{BDDD6DB2-46D4-4780-90F0-F358E927DE21}"/>
    <dgm:cxn modelId="{17BEDDDC-1DCF-4432-8883-12D577892794}" type="presParOf" srcId="{F7D41AF7-1EA2-44F1-959F-47B29F802DF2}" destId="{33D939FA-650B-4C8A-B49E-15A6A9B3DC90}" srcOrd="0" destOrd="0" presId="urn:microsoft.com/office/officeart/2008/layout/LinedList"/>
    <dgm:cxn modelId="{B1743EBA-91DB-48BF-AEE3-5EC8FAEB5FFD}" type="presParOf" srcId="{F7D41AF7-1EA2-44F1-959F-47B29F802DF2}" destId="{BFD7E77D-0EC5-4F6E-BFDF-2DA8AD9BC7A4}" srcOrd="1" destOrd="0" presId="urn:microsoft.com/office/officeart/2008/layout/LinedList"/>
    <dgm:cxn modelId="{C14E40EE-62DD-4857-B9DB-E06B74446251}" type="presParOf" srcId="{BFD7E77D-0EC5-4F6E-BFDF-2DA8AD9BC7A4}" destId="{CE99621C-2A6E-4513-B7B3-EDDA4C0D57F0}" srcOrd="0" destOrd="0" presId="urn:microsoft.com/office/officeart/2008/layout/LinedList"/>
    <dgm:cxn modelId="{FF424D0E-A534-4C31-B46A-6F29F472F434}" type="presParOf" srcId="{BFD7E77D-0EC5-4F6E-BFDF-2DA8AD9BC7A4}" destId="{B6F4BE2F-7B62-40A6-9DDA-A2D7C9209037}" srcOrd="1" destOrd="0" presId="urn:microsoft.com/office/officeart/2008/layout/LinedList"/>
    <dgm:cxn modelId="{D40E0B25-E8AC-45F9-91FA-C67AC08679B6}" type="presParOf" srcId="{B6F4BE2F-7B62-40A6-9DDA-A2D7C9209037}" destId="{0C2021B3-E057-4A2F-BA4B-C54B735E66AA}" srcOrd="0" destOrd="0" presId="urn:microsoft.com/office/officeart/2008/layout/LinedList"/>
    <dgm:cxn modelId="{57C9EE54-4060-4241-851A-0DE01B7F85BB}" type="presParOf" srcId="{B6F4BE2F-7B62-40A6-9DDA-A2D7C9209037}" destId="{68E54D04-A211-43A0-9F37-1F120BC2D70E}" srcOrd="1" destOrd="0" presId="urn:microsoft.com/office/officeart/2008/layout/LinedList"/>
    <dgm:cxn modelId="{1E0BCAB3-7B31-4E4C-83A7-E885ACE77BC0}" type="presParOf" srcId="{68E54D04-A211-43A0-9F37-1F120BC2D70E}" destId="{A06C4DFA-65AD-49A5-B3C8-1FD34279E713}" srcOrd="0" destOrd="0" presId="urn:microsoft.com/office/officeart/2008/layout/LinedList"/>
    <dgm:cxn modelId="{B19AE163-6E7D-409D-B568-B02D6DBE2072}" type="presParOf" srcId="{68E54D04-A211-43A0-9F37-1F120BC2D70E}" destId="{2C066219-3E04-422C-AF85-46BA7130CE5F}" srcOrd="1" destOrd="0" presId="urn:microsoft.com/office/officeart/2008/layout/LinedList"/>
    <dgm:cxn modelId="{0816C9EE-44AD-49AF-9C93-11EDFDCEE144}" type="presParOf" srcId="{68E54D04-A211-43A0-9F37-1F120BC2D70E}" destId="{67754934-7100-463B-8BB0-165D0DD7480E}" srcOrd="2" destOrd="0" presId="urn:microsoft.com/office/officeart/2008/layout/LinedList"/>
    <dgm:cxn modelId="{47920013-657E-4A0B-84F6-FEDDE85A80A0}" type="presParOf" srcId="{B6F4BE2F-7B62-40A6-9DDA-A2D7C9209037}" destId="{EF757B2E-B374-42DD-A962-4354934E23F1}" srcOrd="2" destOrd="0" presId="urn:microsoft.com/office/officeart/2008/layout/LinedList"/>
    <dgm:cxn modelId="{570575A9-8E2B-430C-9E3C-FFA69C4AC4C0}" type="presParOf" srcId="{B6F4BE2F-7B62-40A6-9DDA-A2D7C9209037}" destId="{332DBB17-D9B4-4319-9997-88FF9F8C77BA}" srcOrd="3" destOrd="0" presId="urn:microsoft.com/office/officeart/2008/layout/LinedList"/>
    <dgm:cxn modelId="{8587C118-F72D-4137-B64D-CB7701D00BC9}" type="presParOf" srcId="{B6F4BE2F-7B62-40A6-9DDA-A2D7C9209037}" destId="{E0AE60F9-D6C5-42E6-B5A9-8267B591983B}" srcOrd="4" destOrd="0" presId="urn:microsoft.com/office/officeart/2008/layout/LinedList"/>
    <dgm:cxn modelId="{CBB60779-A91F-4BFE-A15D-AA2A21CDA917}" type="presParOf" srcId="{E0AE60F9-D6C5-42E6-B5A9-8267B591983B}" destId="{3B001783-E1C8-4950-B218-8C0EFC1C50EC}" srcOrd="0" destOrd="0" presId="urn:microsoft.com/office/officeart/2008/layout/LinedList"/>
    <dgm:cxn modelId="{B83337EC-9B4C-4802-A59C-496501B3DE2F}" type="presParOf" srcId="{E0AE60F9-D6C5-42E6-B5A9-8267B591983B}" destId="{4047B749-5E22-4F08-B782-E28BE164C19A}" srcOrd="1" destOrd="0" presId="urn:microsoft.com/office/officeart/2008/layout/LinedList"/>
    <dgm:cxn modelId="{8B821444-EF01-4B2D-8AF5-240DFBFAC830}" type="presParOf" srcId="{E0AE60F9-D6C5-42E6-B5A9-8267B591983B}" destId="{6C11E28F-97FB-4158-AE88-70C07E236CA6}" srcOrd="2" destOrd="0" presId="urn:microsoft.com/office/officeart/2008/layout/LinedList"/>
    <dgm:cxn modelId="{1AECA631-0998-491F-83C2-2FA4C1EFBA79}" type="presParOf" srcId="{B6F4BE2F-7B62-40A6-9DDA-A2D7C9209037}" destId="{205D36BE-1F47-42A3-A956-4085EBC68F09}" srcOrd="5" destOrd="0" presId="urn:microsoft.com/office/officeart/2008/layout/LinedList"/>
    <dgm:cxn modelId="{5D190AEA-7A65-4CB0-9D92-9285E6F3987C}" type="presParOf" srcId="{B6F4BE2F-7B62-40A6-9DDA-A2D7C9209037}" destId="{50BE9915-BDC0-4C06-A9BD-06929B8BD126}" srcOrd="6"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939FA-650B-4C8A-B49E-15A6A9B3DC90}">
      <dsp:nvSpPr>
        <dsp:cNvPr id="0" name=""/>
        <dsp:cNvSpPr/>
      </dsp:nvSpPr>
      <dsp:spPr>
        <a:xfrm>
          <a:off x="0" y="0"/>
          <a:ext cx="10113554"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9621C-2A6E-4513-B7B3-EDDA4C0D57F0}">
      <dsp:nvSpPr>
        <dsp:cNvPr id="0" name=""/>
        <dsp:cNvSpPr/>
      </dsp:nvSpPr>
      <dsp:spPr>
        <a:xfrm>
          <a:off x="0" y="0"/>
          <a:ext cx="2022710" cy="1412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IN" sz="2000" kern="1200" dirty="0"/>
            <a:t>Manual Processing</a:t>
          </a:r>
        </a:p>
      </dsp:txBody>
      <dsp:txXfrm>
        <a:off x="0" y="0"/>
        <a:ext cx="2022710" cy="1412846"/>
      </dsp:txXfrm>
    </dsp:sp>
    <dsp:sp modelId="{2C066219-3E04-422C-AF85-46BA7130CE5F}">
      <dsp:nvSpPr>
        <dsp:cNvPr id="0" name=""/>
        <dsp:cNvSpPr/>
      </dsp:nvSpPr>
      <dsp:spPr>
        <a:xfrm>
          <a:off x="2174414" y="2207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Ease of Implementation</a:t>
          </a:r>
          <a:endParaRPr lang="en-IN" sz="2000" kern="1200" dirty="0"/>
        </a:p>
      </dsp:txBody>
      <dsp:txXfrm>
        <a:off x="2174414" y="22075"/>
        <a:ext cx="7939139" cy="441514"/>
      </dsp:txXfrm>
    </dsp:sp>
    <dsp:sp modelId="{EF757B2E-B374-42DD-A962-4354934E23F1}">
      <dsp:nvSpPr>
        <dsp:cNvPr id="0" name=""/>
        <dsp:cNvSpPr/>
      </dsp:nvSpPr>
      <dsp:spPr>
        <a:xfrm>
          <a:off x="2022710" y="46359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47B749-5E22-4F08-B782-E28BE164C19A}">
      <dsp:nvSpPr>
        <dsp:cNvPr id="0" name=""/>
        <dsp:cNvSpPr/>
      </dsp:nvSpPr>
      <dsp:spPr>
        <a:xfrm>
          <a:off x="2174414" y="48566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Control over the Process</a:t>
          </a:r>
          <a:r>
            <a:rPr lang="en-IN" sz="2000" kern="12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200" dirty="0"/>
        </a:p>
      </dsp:txBody>
      <dsp:txXfrm>
        <a:off x="2174414" y="485665"/>
        <a:ext cx="7939139" cy="441514"/>
      </dsp:txXfrm>
    </dsp:sp>
    <dsp:sp modelId="{205D36BE-1F47-42A3-A956-4085EBC68F09}">
      <dsp:nvSpPr>
        <dsp:cNvPr id="0" name=""/>
        <dsp:cNvSpPr/>
      </dsp:nvSpPr>
      <dsp:spPr>
        <a:xfrm>
          <a:off x="2022710" y="92718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EF4F47-1C25-415A-942E-396E79EB0D3B}">
      <dsp:nvSpPr>
        <dsp:cNvPr id="0" name=""/>
        <dsp:cNvSpPr/>
      </dsp:nvSpPr>
      <dsp:spPr>
        <a:xfrm>
          <a:off x="2174414" y="94925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Ability to Handle Physical Documents</a:t>
          </a:r>
          <a:r>
            <a:rPr lang="en-IN" sz="2000" kern="12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200" dirty="0"/>
        </a:p>
      </dsp:txBody>
      <dsp:txXfrm>
        <a:off x="2174414" y="949255"/>
        <a:ext cx="7939139" cy="441514"/>
      </dsp:txXfrm>
    </dsp:sp>
    <dsp:sp modelId="{ADEA5714-436A-4B07-B9D1-2EB91932BB00}">
      <dsp:nvSpPr>
        <dsp:cNvPr id="0" name=""/>
        <dsp:cNvSpPr/>
      </dsp:nvSpPr>
      <dsp:spPr>
        <a:xfrm>
          <a:off x="2022710" y="139077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939FA-650B-4C8A-B49E-15A6A9B3DC90}">
      <dsp:nvSpPr>
        <dsp:cNvPr id="0" name=""/>
        <dsp:cNvSpPr/>
      </dsp:nvSpPr>
      <dsp:spPr>
        <a:xfrm>
          <a:off x="0" y="0"/>
          <a:ext cx="10113554"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9621C-2A6E-4513-B7B3-EDDA4C0D57F0}">
      <dsp:nvSpPr>
        <dsp:cNvPr id="0" name=""/>
        <dsp:cNvSpPr/>
      </dsp:nvSpPr>
      <dsp:spPr>
        <a:xfrm>
          <a:off x="0" y="0"/>
          <a:ext cx="2022710" cy="1412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IN" sz="2000" kern="1200" dirty="0">
              <a:effectLst/>
              <a:latin typeface="+mn-lt"/>
              <a:ea typeface="Calibri" panose="020F0502020204030204" pitchFamily="34" charset="0"/>
              <a:cs typeface="Times New Roman" panose="02020603050405020304" pitchFamily="18" charset="0"/>
            </a:rPr>
            <a:t>ERP Methods</a:t>
          </a:r>
          <a:endParaRPr lang="en-IN" sz="2000" kern="1200" dirty="0"/>
        </a:p>
      </dsp:txBody>
      <dsp:txXfrm>
        <a:off x="0" y="0"/>
        <a:ext cx="2022710" cy="1412846"/>
      </dsp:txXfrm>
    </dsp:sp>
    <dsp:sp modelId="{2C066219-3E04-422C-AF85-46BA7130CE5F}">
      <dsp:nvSpPr>
        <dsp:cNvPr id="0" name=""/>
        <dsp:cNvSpPr/>
      </dsp:nvSpPr>
      <dsp:spPr>
        <a:xfrm>
          <a:off x="2174414" y="32837"/>
          <a:ext cx="7939139" cy="656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Transactional Visibility</a:t>
          </a:r>
          <a:endParaRPr lang="en-IN" sz="2000" kern="1200" dirty="0"/>
        </a:p>
      </dsp:txBody>
      <dsp:txXfrm>
        <a:off x="2174414" y="32837"/>
        <a:ext cx="7939139" cy="656752"/>
      </dsp:txXfrm>
    </dsp:sp>
    <dsp:sp modelId="{EF757B2E-B374-42DD-A962-4354934E23F1}">
      <dsp:nvSpPr>
        <dsp:cNvPr id="0" name=""/>
        <dsp:cNvSpPr/>
      </dsp:nvSpPr>
      <dsp:spPr>
        <a:xfrm>
          <a:off x="2022710" y="68959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47B749-5E22-4F08-B782-E28BE164C19A}">
      <dsp:nvSpPr>
        <dsp:cNvPr id="0" name=""/>
        <dsp:cNvSpPr/>
      </dsp:nvSpPr>
      <dsp:spPr>
        <a:xfrm>
          <a:off x="2174414" y="722427"/>
          <a:ext cx="7939139" cy="656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latin typeface="Calibri" panose="020F0502020204030204" pitchFamily="34" charset="0"/>
              <a:ea typeface="Calibri" panose="020F0502020204030204" pitchFamily="34" charset="0"/>
              <a:cs typeface="Calibri" panose="020F0502020204030204" pitchFamily="34" charset="0"/>
            </a:rPr>
            <a:t>ERP System Familiarity</a:t>
          </a:r>
          <a:r>
            <a:rPr lang="en-IN" sz="2000" kern="1200" dirty="0">
              <a:latin typeface="Calibri" panose="020F0502020204030204" pitchFamily="34" charset="0"/>
              <a:ea typeface="Calibri" panose="020F0502020204030204" pitchFamily="34" charset="0"/>
              <a:cs typeface="Calibri" panose="020F0502020204030204" pitchFamily="34" charset="0"/>
            </a:rPr>
            <a:t> </a:t>
          </a:r>
        </a:p>
      </dsp:txBody>
      <dsp:txXfrm>
        <a:off x="2174414" y="722427"/>
        <a:ext cx="7939139" cy="656752"/>
      </dsp:txXfrm>
    </dsp:sp>
    <dsp:sp modelId="{205D36BE-1F47-42A3-A956-4085EBC68F09}">
      <dsp:nvSpPr>
        <dsp:cNvPr id="0" name=""/>
        <dsp:cNvSpPr/>
      </dsp:nvSpPr>
      <dsp:spPr>
        <a:xfrm>
          <a:off x="2022710" y="137918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939FA-650B-4C8A-B49E-15A6A9B3DC90}">
      <dsp:nvSpPr>
        <dsp:cNvPr id="0" name=""/>
        <dsp:cNvSpPr/>
      </dsp:nvSpPr>
      <dsp:spPr>
        <a:xfrm>
          <a:off x="0" y="0"/>
          <a:ext cx="10113554"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9621C-2A6E-4513-B7B3-EDDA4C0D57F0}">
      <dsp:nvSpPr>
        <dsp:cNvPr id="0" name=""/>
        <dsp:cNvSpPr/>
      </dsp:nvSpPr>
      <dsp:spPr>
        <a:xfrm>
          <a:off x="0" y="0"/>
          <a:ext cx="2022710" cy="1412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IN" sz="2000" kern="1200" dirty="0"/>
            <a:t>Manual Processing</a:t>
          </a:r>
        </a:p>
      </dsp:txBody>
      <dsp:txXfrm>
        <a:off x="0" y="0"/>
        <a:ext cx="2022710" cy="1412846"/>
      </dsp:txXfrm>
    </dsp:sp>
    <dsp:sp modelId="{2C066219-3E04-422C-AF85-46BA7130CE5F}">
      <dsp:nvSpPr>
        <dsp:cNvPr id="0" name=""/>
        <dsp:cNvSpPr/>
      </dsp:nvSpPr>
      <dsp:spPr>
        <a:xfrm>
          <a:off x="2174414" y="2207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t>Limited Automation Flexibility</a:t>
          </a:r>
          <a:r>
            <a:rPr lang="en-IN" sz="2000" kern="1200" dirty="0"/>
            <a:t> </a:t>
          </a:r>
        </a:p>
      </dsp:txBody>
      <dsp:txXfrm>
        <a:off x="2174414" y="22075"/>
        <a:ext cx="7939139" cy="441514"/>
      </dsp:txXfrm>
    </dsp:sp>
    <dsp:sp modelId="{EF757B2E-B374-42DD-A962-4354934E23F1}">
      <dsp:nvSpPr>
        <dsp:cNvPr id="0" name=""/>
        <dsp:cNvSpPr/>
      </dsp:nvSpPr>
      <dsp:spPr>
        <a:xfrm>
          <a:off x="2022710" y="46359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47B749-5E22-4F08-B782-E28BE164C19A}">
      <dsp:nvSpPr>
        <dsp:cNvPr id="0" name=""/>
        <dsp:cNvSpPr/>
      </dsp:nvSpPr>
      <dsp:spPr>
        <a:xfrm>
          <a:off x="2174414" y="48566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Control over the Process</a:t>
          </a:r>
          <a:r>
            <a:rPr lang="en-IN" sz="2000" kern="12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200" dirty="0"/>
        </a:p>
      </dsp:txBody>
      <dsp:txXfrm>
        <a:off x="2174414" y="485665"/>
        <a:ext cx="7939139" cy="441514"/>
      </dsp:txXfrm>
    </dsp:sp>
    <dsp:sp modelId="{205D36BE-1F47-42A3-A956-4085EBC68F09}">
      <dsp:nvSpPr>
        <dsp:cNvPr id="0" name=""/>
        <dsp:cNvSpPr/>
      </dsp:nvSpPr>
      <dsp:spPr>
        <a:xfrm>
          <a:off x="2022710" y="92718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EF4F47-1C25-415A-942E-396E79EB0D3B}">
      <dsp:nvSpPr>
        <dsp:cNvPr id="0" name=""/>
        <dsp:cNvSpPr/>
      </dsp:nvSpPr>
      <dsp:spPr>
        <a:xfrm>
          <a:off x="2174414" y="949255"/>
          <a:ext cx="7939139" cy="441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Ability to Handle Physical Documents</a:t>
          </a:r>
          <a:r>
            <a:rPr lang="en-IN" sz="2000" kern="1200" dirty="0">
              <a:effectLst/>
              <a:latin typeface="Calibri" panose="020F0502020204030204" pitchFamily="34" charset="0"/>
              <a:ea typeface="Calibri" panose="020F0502020204030204" pitchFamily="34" charset="0"/>
              <a:cs typeface="Times New Roman" panose="02020603050405020304" pitchFamily="18" charset="0"/>
            </a:rPr>
            <a:t> </a:t>
          </a:r>
          <a:endParaRPr lang="en-IN" sz="2000" kern="1200" dirty="0"/>
        </a:p>
      </dsp:txBody>
      <dsp:txXfrm>
        <a:off x="2174414" y="949255"/>
        <a:ext cx="7939139" cy="441514"/>
      </dsp:txXfrm>
    </dsp:sp>
    <dsp:sp modelId="{ADEA5714-436A-4B07-B9D1-2EB91932BB00}">
      <dsp:nvSpPr>
        <dsp:cNvPr id="0" name=""/>
        <dsp:cNvSpPr/>
      </dsp:nvSpPr>
      <dsp:spPr>
        <a:xfrm>
          <a:off x="2022710" y="139077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939FA-650B-4C8A-B49E-15A6A9B3DC90}">
      <dsp:nvSpPr>
        <dsp:cNvPr id="0" name=""/>
        <dsp:cNvSpPr/>
      </dsp:nvSpPr>
      <dsp:spPr>
        <a:xfrm>
          <a:off x="0" y="0"/>
          <a:ext cx="10113554"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9621C-2A6E-4513-B7B3-EDDA4C0D57F0}">
      <dsp:nvSpPr>
        <dsp:cNvPr id="0" name=""/>
        <dsp:cNvSpPr/>
      </dsp:nvSpPr>
      <dsp:spPr>
        <a:xfrm>
          <a:off x="0" y="0"/>
          <a:ext cx="2022710" cy="1412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IN" sz="2000" kern="1200" dirty="0">
              <a:effectLst/>
              <a:latin typeface="+mn-lt"/>
              <a:ea typeface="Calibri" panose="020F0502020204030204" pitchFamily="34" charset="0"/>
              <a:cs typeface="Times New Roman" panose="02020603050405020304" pitchFamily="18" charset="0"/>
            </a:rPr>
            <a:t>ERP Methods</a:t>
          </a:r>
          <a:endParaRPr lang="en-IN" sz="2000" kern="1200" dirty="0"/>
        </a:p>
      </dsp:txBody>
      <dsp:txXfrm>
        <a:off x="0" y="0"/>
        <a:ext cx="2022710" cy="1412846"/>
      </dsp:txXfrm>
    </dsp:sp>
    <dsp:sp modelId="{2C066219-3E04-422C-AF85-46BA7130CE5F}">
      <dsp:nvSpPr>
        <dsp:cNvPr id="0" name=""/>
        <dsp:cNvSpPr/>
      </dsp:nvSpPr>
      <dsp:spPr>
        <a:xfrm>
          <a:off x="2174414" y="32837"/>
          <a:ext cx="7939139" cy="656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effectLst/>
              <a:latin typeface="Calibri" panose="020F0502020204030204" pitchFamily="34" charset="0"/>
              <a:ea typeface="Calibri" panose="020F0502020204030204" pitchFamily="34" charset="0"/>
              <a:cs typeface="Times New Roman" panose="02020603050405020304" pitchFamily="18" charset="0"/>
            </a:rPr>
            <a:t>Transactional Visibility</a:t>
          </a:r>
          <a:endParaRPr lang="en-IN" sz="2000" kern="1200" dirty="0"/>
        </a:p>
      </dsp:txBody>
      <dsp:txXfrm>
        <a:off x="2174414" y="32837"/>
        <a:ext cx="7939139" cy="656752"/>
      </dsp:txXfrm>
    </dsp:sp>
    <dsp:sp modelId="{EF757B2E-B374-42DD-A962-4354934E23F1}">
      <dsp:nvSpPr>
        <dsp:cNvPr id="0" name=""/>
        <dsp:cNvSpPr/>
      </dsp:nvSpPr>
      <dsp:spPr>
        <a:xfrm>
          <a:off x="2022710" y="68959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47B749-5E22-4F08-B782-E28BE164C19A}">
      <dsp:nvSpPr>
        <dsp:cNvPr id="0" name=""/>
        <dsp:cNvSpPr/>
      </dsp:nvSpPr>
      <dsp:spPr>
        <a:xfrm>
          <a:off x="2174414" y="722427"/>
          <a:ext cx="7939139" cy="656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b="1" kern="1200" dirty="0">
              <a:latin typeface="Calibri" panose="020F0502020204030204" pitchFamily="34" charset="0"/>
              <a:ea typeface="Calibri" panose="020F0502020204030204" pitchFamily="34" charset="0"/>
              <a:cs typeface="Calibri" panose="020F0502020204030204" pitchFamily="34" charset="0"/>
            </a:rPr>
            <a:t>ERP System Familiarity</a:t>
          </a:r>
          <a:r>
            <a:rPr lang="en-IN" sz="2000" kern="1200" dirty="0">
              <a:latin typeface="Calibri" panose="020F0502020204030204" pitchFamily="34" charset="0"/>
              <a:ea typeface="Calibri" panose="020F0502020204030204" pitchFamily="34" charset="0"/>
              <a:cs typeface="Calibri" panose="020F0502020204030204" pitchFamily="34" charset="0"/>
            </a:rPr>
            <a:t> </a:t>
          </a:r>
        </a:p>
      </dsp:txBody>
      <dsp:txXfrm>
        <a:off x="2174414" y="722427"/>
        <a:ext cx="7939139" cy="656752"/>
      </dsp:txXfrm>
    </dsp:sp>
    <dsp:sp modelId="{205D36BE-1F47-42A3-A956-4085EBC68F09}">
      <dsp:nvSpPr>
        <dsp:cNvPr id="0" name=""/>
        <dsp:cNvSpPr/>
      </dsp:nvSpPr>
      <dsp:spPr>
        <a:xfrm>
          <a:off x="2022710" y="1379180"/>
          <a:ext cx="809084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21-10-2024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21/10/2024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21/10/2024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21/10/2024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21/10/2024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21/10/2024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21/10/2024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21/10/2024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21/10/2024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21/10/2024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4301/S1807-177520191600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dirty="0">
                <a:solidFill>
                  <a:schemeClr val="tx1"/>
                </a:solidFill>
                <a:latin typeface="Cambria" panose="02040503050406030204" pitchFamily="18" charset="0"/>
                <a:ea typeface="Cambria" panose="02040503050406030204" pitchFamily="18" charset="0"/>
              </a:rPr>
              <a:t>Finance Receipting using Robotic Process Automation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CSD G-36</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8904" y="2263943"/>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Dr.</a:t>
            </a:r>
            <a:r>
              <a:rPr lang="en-GB" sz="1700" b="1" dirty="0">
                <a:solidFill>
                  <a:srgbClr val="17365D"/>
                </a:solidFill>
                <a:latin typeface="Cambria" panose="02040503050406030204" pitchFamily="18" charset="0"/>
                <a:ea typeface="Cambria" panose="02040503050406030204" pitchFamily="18" charset="0"/>
                <a:cs typeface="Verdana"/>
                <a:sym typeface="Verdana"/>
              </a:rPr>
              <a:t> Chandrashekar </a:t>
            </a:r>
            <a:r>
              <a:rPr lang="en-GB" sz="1700" b="1" dirty="0" err="1">
                <a:solidFill>
                  <a:srgbClr val="17365D"/>
                </a:solidFill>
                <a:latin typeface="Cambria" panose="02040503050406030204" pitchFamily="18" charset="0"/>
                <a:ea typeface="Cambria" panose="02040503050406030204" pitchFamily="18" charset="0"/>
                <a:cs typeface="Verdana"/>
                <a:sym typeface="Verdana"/>
              </a:rPr>
              <a:t>Vadivelraju</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r>
              <a:rPr lang="en-US" sz="2000" b="1" dirty="0">
                <a:latin typeface="Cambria" panose="02040503050406030204" pitchFamily="18" charset="0"/>
                <a:ea typeface="Cambria" panose="02040503050406030204" pitchFamily="18" charset="0"/>
                <a:cs typeface="Verdana"/>
                <a:sym typeface="Verdana"/>
              </a:rPr>
              <a:t> Computer Science and Engineering(Data Science)</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latin typeface="Cambria" panose="02040503050406030204" pitchFamily="18" charset="0"/>
                <a:ea typeface="Cambria" panose="02040503050406030204" pitchFamily="18" charset="0"/>
                <a:cs typeface="Verdana"/>
                <a:sym typeface="Verdana"/>
              </a:rPr>
              <a:t>Prof. Saira Banu</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Dr Manjula H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4D877A3B-0DB5-46DB-1216-8CA0D7FBBBF8}"/>
              </a:ext>
            </a:extLst>
          </p:cNvPr>
          <p:cNvGraphicFramePr>
            <a:graphicFrameLocks noGrp="1"/>
          </p:cNvGraphicFramePr>
          <p:nvPr>
            <p:extLst>
              <p:ext uri="{D42A27DB-BD31-4B8C-83A1-F6EECF244321}">
                <p14:modId xmlns:p14="http://schemas.microsoft.com/office/powerpoint/2010/main" val="1429286824"/>
              </p:ext>
            </p:extLst>
          </p:nvPr>
        </p:nvGraphicFramePr>
        <p:xfrm>
          <a:off x="315051" y="2789474"/>
          <a:ext cx="5305531" cy="1483092"/>
        </p:xfrm>
        <a:graphic>
          <a:graphicData uri="http://schemas.openxmlformats.org/drawingml/2006/table">
            <a:tbl>
              <a:tblPr firstRow="1" bandRow="1"/>
              <a:tblGrid>
                <a:gridCol w="2608170">
                  <a:extLst>
                    <a:ext uri="{9D8B030D-6E8A-4147-A177-3AD203B41FA5}">
                      <a16:colId xmlns:a16="http://schemas.microsoft.com/office/drawing/2014/main" val="1275691115"/>
                    </a:ext>
                  </a:extLst>
                </a:gridCol>
                <a:gridCol w="2697361">
                  <a:extLst>
                    <a:ext uri="{9D8B030D-6E8A-4147-A177-3AD203B41FA5}">
                      <a16:colId xmlns:a16="http://schemas.microsoft.com/office/drawing/2014/main" val="4198958596"/>
                    </a:ext>
                  </a:extLst>
                </a:gridCol>
              </a:tblGrid>
              <a:tr h="370773">
                <a:tc>
                  <a:txBody>
                    <a:bodyPr/>
                    <a:lstStyle/>
                    <a:p>
                      <a:pPr algn="ctr"/>
                      <a:r>
                        <a:rPr lang="en-IN" b="1" dirty="0"/>
                        <a:t>STUDENT ROLL NO</a:t>
                      </a:r>
                    </a:p>
                  </a:txBody>
                  <a:tcPr/>
                </a:tc>
                <a:tc>
                  <a:txBody>
                    <a:bodyPr/>
                    <a:lstStyle/>
                    <a:p>
                      <a:pPr algn="ctr"/>
                      <a:r>
                        <a:rPr lang="en-IN" b="1" dirty="0"/>
                        <a:t>STUDENT NAME</a:t>
                      </a:r>
                    </a:p>
                  </a:txBody>
                  <a:tcPr/>
                </a:tc>
                <a:extLst>
                  <a:ext uri="{0D108BD9-81ED-4DB2-BD59-A6C34878D82A}">
                    <a16:rowId xmlns:a16="http://schemas.microsoft.com/office/drawing/2014/main" val="3648649300"/>
                  </a:ext>
                </a:extLst>
              </a:tr>
              <a:tr h="370773">
                <a:tc>
                  <a:txBody>
                    <a:bodyPr/>
                    <a:lstStyle/>
                    <a:p>
                      <a:pPr algn="ctr"/>
                      <a:r>
                        <a:rPr lang="en-IN" dirty="0"/>
                        <a:t>20211CSD0132</a:t>
                      </a:r>
                    </a:p>
                  </a:txBody>
                  <a:tcPr/>
                </a:tc>
                <a:tc>
                  <a:txBody>
                    <a:bodyPr/>
                    <a:lstStyle/>
                    <a:p>
                      <a:pPr algn="ctr"/>
                      <a:r>
                        <a:rPr lang="en-IN" dirty="0"/>
                        <a:t>KEREN ELISHEBA S</a:t>
                      </a:r>
                    </a:p>
                  </a:txBody>
                  <a:tcPr/>
                </a:tc>
                <a:extLst>
                  <a:ext uri="{0D108BD9-81ED-4DB2-BD59-A6C34878D82A}">
                    <a16:rowId xmlns:a16="http://schemas.microsoft.com/office/drawing/2014/main" val="2629029658"/>
                  </a:ext>
                </a:extLst>
              </a:tr>
              <a:tr h="370773">
                <a:tc>
                  <a:txBody>
                    <a:bodyPr/>
                    <a:lstStyle/>
                    <a:p>
                      <a:pPr algn="ctr"/>
                      <a:r>
                        <a:rPr lang="en-IN" dirty="0"/>
                        <a:t>20211CSD0179</a:t>
                      </a:r>
                    </a:p>
                  </a:txBody>
                  <a:tcPr/>
                </a:tc>
                <a:tc>
                  <a:txBody>
                    <a:bodyPr/>
                    <a:lstStyle/>
                    <a:p>
                      <a:pPr algn="ctr"/>
                      <a:r>
                        <a:rPr lang="en-IN" dirty="0"/>
                        <a:t>VIKHYATH M B</a:t>
                      </a:r>
                    </a:p>
                  </a:txBody>
                  <a:tcPr/>
                </a:tc>
                <a:extLst>
                  <a:ext uri="{0D108BD9-81ED-4DB2-BD59-A6C34878D82A}">
                    <a16:rowId xmlns:a16="http://schemas.microsoft.com/office/drawing/2014/main" val="656441066"/>
                  </a:ext>
                </a:extLst>
              </a:tr>
              <a:tr h="370773">
                <a:tc>
                  <a:txBody>
                    <a:bodyPr/>
                    <a:lstStyle/>
                    <a:p>
                      <a:pPr algn="ctr"/>
                      <a:r>
                        <a:rPr lang="en-IN" dirty="0"/>
                        <a:t>20211CSD0168</a:t>
                      </a:r>
                    </a:p>
                  </a:txBody>
                  <a:tcPr/>
                </a:tc>
                <a:tc>
                  <a:txBody>
                    <a:bodyPr/>
                    <a:lstStyle/>
                    <a:p>
                      <a:pPr algn="ctr"/>
                      <a:r>
                        <a:rPr lang="en-IN" dirty="0"/>
                        <a:t>CHIRAG K SRINIVAS</a:t>
                      </a:r>
                    </a:p>
                  </a:txBody>
                  <a:tcPr/>
                </a:tc>
                <a:extLst>
                  <a:ext uri="{0D108BD9-81ED-4DB2-BD59-A6C34878D82A}">
                    <a16:rowId xmlns:a16="http://schemas.microsoft.com/office/drawing/2014/main" val="132868629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a:bodyPr>
          <a:lstStyle/>
          <a:p>
            <a:pPr marL="0" indent="0" algn="just">
              <a:buNone/>
            </a:pPr>
            <a:r>
              <a:rPr lang="en-US" sz="2000" dirty="0">
                <a:latin typeface="Cambria" panose="02040503050406030204" pitchFamily="18" charset="0"/>
                <a:ea typeface="Cambria" panose="02040503050406030204" pitchFamily="18" charset="0"/>
              </a:rPr>
              <a:t>Robotic Process Automation (RPA) is transforming finance receipting by streamlining and automating repetitive, rule-based tasks, leading to enhanced operational efficiency and reduced manual effort. In finance receipting, RPA automates the process of capturing, validating, and reconciling payment receipts, ensuring greater accuracy and speed in data entry, invoice processing, and payment tracking. This technology eliminates human errors, accelerates transaction cycles, and improves cash flow management. By integrating RPA into receipting, organizations can achieve higher productivity, reduce operational costs, and ensure compliance with financial regulations. The adoption of RPA enhances decision-making through real-time data availability, allowing finance teams to focus on more strategic activities. This paper explores the benefits, challenges, and best practices of implementing RPA in finance receipting processes, highlighting its potential to revolutionize financial operations</a:t>
            </a:r>
            <a:endParaRPr lang="en-GB" sz="2000" dirty="0"/>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a:xfrm>
            <a:off x="566057" y="957943"/>
            <a:ext cx="10914743" cy="5138055"/>
          </a:xfrm>
        </p:spPr>
        <p:txBody>
          <a:bodyPr>
            <a:normAutofit fontScale="85000" lnSpcReduction="10000"/>
          </a:bodyPr>
          <a:lstStyle/>
          <a:p>
            <a:pPr marL="152400" indent="0">
              <a:spcBef>
                <a:spcPts val="0"/>
              </a:spcBef>
              <a:buSzPct val="100000"/>
              <a:buNone/>
            </a:pPr>
            <a:r>
              <a:rPr lang="en-US" b="1" dirty="0">
                <a:latin typeface="Cambria" panose="02040503050406030204" pitchFamily="18" charset="0"/>
                <a:ea typeface="Cambria" panose="02040503050406030204" pitchFamily="18" charset="0"/>
              </a:rPr>
              <a:t>METHODS OVERVIEW</a:t>
            </a:r>
          </a:p>
          <a:p>
            <a:pPr marL="152400" indent="0">
              <a:spcBef>
                <a:spcPts val="0"/>
              </a:spcBef>
              <a:buSzPct val="100000"/>
              <a:buNone/>
            </a:pPr>
            <a:endParaRPr lang="en-US" b="1" dirty="0">
              <a:latin typeface="Cambria" panose="02040503050406030204" pitchFamily="18" charset="0"/>
              <a:ea typeface="Cambria" panose="02040503050406030204" pitchFamily="18" charset="0"/>
            </a:endParaRPr>
          </a:p>
          <a:p>
            <a:pPr marL="152400" indent="0">
              <a:spcBef>
                <a:spcPts val="0"/>
              </a:spcBef>
              <a:buSzPct val="100000"/>
              <a:buNone/>
            </a:pPr>
            <a:r>
              <a:rPr lang="en-US" dirty="0">
                <a:latin typeface="Cambria" panose="02040503050406030204" pitchFamily="18" charset="0"/>
                <a:ea typeface="Cambria" panose="02040503050406030204" pitchFamily="18" charset="0"/>
              </a:rPr>
              <a:t>1. C</a:t>
            </a:r>
            <a:r>
              <a:rPr lang="en-US" sz="2400" dirty="0">
                <a:latin typeface="Cambria" panose="02040503050406030204" pitchFamily="18" charset="0"/>
                <a:ea typeface="Cambria" panose="02040503050406030204" pitchFamily="18" charset="0"/>
              </a:rPr>
              <a:t>urrent state, trends, and implementation of Robotic Process Automation (RPA)</a:t>
            </a:r>
          </a:p>
          <a:p>
            <a:pPr marL="495300">
              <a:spcBef>
                <a:spcPts val="0"/>
              </a:spcBef>
              <a:buSzPct val="100000"/>
            </a:pPr>
            <a:r>
              <a:rPr lang="en-US" sz="2400" b="1" dirty="0">
                <a:latin typeface="Cambria" panose="02040503050406030204" pitchFamily="18" charset="0"/>
                <a:ea typeface="Cambria" panose="02040503050406030204" pitchFamily="18" charset="0"/>
              </a:rPr>
              <a:t>Advantages</a:t>
            </a:r>
            <a:r>
              <a:rPr lang="en-US" sz="2400" dirty="0">
                <a:latin typeface="Cambria" panose="02040503050406030204" pitchFamily="18" charset="0"/>
                <a:ea typeface="Cambria" panose="02040503050406030204" pitchFamily="18" charset="0"/>
              </a:rPr>
              <a:t>:  Offers cost reduction, improved efficiency, non-invasive system integration</a:t>
            </a:r>
          </a:p>
          <a:p>
            <a:pPr marL="495300">
              <a:spcBef>
                <a:spcPts val="0"/>
              </a:spcBef>
              <a:buSzPct val="100000"/>
            </a:pPr>
            <a:r>
              <a:rPr lang="en-US" b="1" dirty="0">
                <a:latin typeface="Cambria" panose="02040503050406030204" pitchFamily="18" charset="0"/>
                <a:ea typeface="Cambria" panose="02040503050406030204" pitchFamily="18" charset="0"/>
              </a:rPr>
              <a:t>Limitations:</a:t>
            </a:r>
            <a:r>
              <a:rPr lang="en-US" dirty="0">
                <a:latin typeface="Cambria" panose="02040503050406030204" pitchFamily="18" charset="0"/>
                <a:ea typeface="Cambria" panose="02040503050406030204" pitchFamily="18" charset="0"/>
              </a:rPr>
              <a:t>  Challenges with unstructured data handling, interface dependencies, high setup costs</a:t>
            </a:r>
          </a:p>
          <a:p>
            <a:pPr marL="609600" indent="-457200">
              <a:spcBef>
                <a:spcPts val="0"/>
              </a:spcBef>
              <a:buSzPct val="100000"/>
              <a:buFont typeface="+mj-lt"/>
              <a:buAutoNum type="arabicPeriod"/>
            </a:pPr>
            <a:endParaRPr lang="en-IN" sz="2400" dirty="0">
              <a:latin typeface="Cambria" panose="02040503050406030204" pitchFamily="18" charset="0"/>
              <a:ea typeface="Cambria" panose="02040503050406030204" pitchFamily="18" charset="0"/>
            </a:endParaRPr>
          </a:p>
          <a:p>
            <a:pPr marL="152400" indent="0">
              <a:spcBef>
                <a:spcPts val="0"/>
              </a:spcBef>
              <a:buSzPct val="100000"/>
              <a:buNone/>
            </a:pPr>
            <a:r>
              <a:rPr lang="en-US" dirty="0">
                <a:latin typeface="Cambria" panose="02040503050406030204" pitchFamily="18" charset="0"/>
                <a:ea typeface="Cambria" panose="02040503050406030204" pitchFamily="18" charset="0"/>
              </a:rPr>
              <a:t>2. I</a:t>
            </a:r>
            <a:r>
              <a:rPr lang="en-US" sz="2400" dirty="0">
                <a:latin typeface="Cambria" panose="02040503050406030204" pitchFamily="18" charset="0"/>
                <a:ea typeface="Cambria" panose="02040503050406030204" pitchFamily="18" charset="0"/>
              </a:rPr>
              <a:t>mplementation and effectiveness of digital receipts in online transactions</a:t>
            </a:r>
          </a:p>
          <a:p>
            <a:pPr marL="495300">
              <a:spcBef>
                <a:spcPts val="0"/>
              </a:spcBef>
              <a:buSzPct val="100000"/>
            </a:pPr>
            <a:r>
              <a:rPr lang="en-US" b="1" dirty="0">
                <a:latin typeface="Cambria" panose="02040503050406030204" pitchFamily="18" charset="0"/>
                <a:ea typeface="Cambria" panose="02040503050406030204" pitchFamily="18" charset="0"/>
              </a:rPr>
              <a:t>Advantages</a:t>
            </a:r>
            <a:r>
              <a:rPr lang="en-US" dirty="0">
                <a:latin typeface="Cambria" panose="02040503050406030204" pitchFamily="18" charset="0"/>
                <a:ea typeface="Cambria" panose="02040503050406030204" pitchFamily="18" charset="0"/>
              </a:rPr>
              <a:t>: Faster financial report preparation, and provides better transaction tracking</a:t>
            </a:r>
          </a:p>
          <a:p>
            <a:pPr marL="495300">
              <a:spcBef>
                <a:spcPts val="0"/>
              </a:spcBef>
              <a:buSzPct val="100000"/>
            </a:pPr>
            <a:r>
              <a:rPr lang="en-US" sz="2400" b="1" dirty="0">
                <a:latin typeface="Cambria" panose="02040503050406030204" pitchFamily="18" charset="0"/>
                <a:ea typeface="Cambria" panose="02040503050406030204" pitchFamily="18" charset="0"/>
              </a:rPr>
              <a:t>Limitations</a:t>
            </a:r>
            <a:r>
              <a:rPr lang="en-US" sz="2400" dirty="0">
                <a:latin typeface="Cambria" panose="02040503050406030204" pitchFamily="18" charset="0"/>
                <a:ea typeface="Cambria" panose="02040503050406030204" pitchFamily="18" charset="0"/>
              </a:rPr>
              <a:t>: Challenges with standardization across different platforms, security concerns, data storage requirements.</a:t>
            </a:r>
          </a:p>
          <a:p>
            <a:pPr marL="609600" indent="-457200">
              <a:spcBef>
                <a:spcPts val="0"/>
              </a:spcBef>
              <a:buSzPct val="100000"/>
              <a:buFont typeface="+mj-lt"/>
              <a:buAutoNum type="arabicPeriod"/>
            </a:pPr>
            <a:endParaRPr lang="en-US" dirty="0">
              <a:latin typeface="Cambria" panose="02040503050406030204" pitchFamily="18" charset="0"/>
              <a:ea typeface="Cambria" panose="02040503050406030204" pitchFamily="18" charset="0"/>
            </a:endParaRPr>
          </a:p>
          <a:p>
            <a:pPr marL="152400" indent="0">
              <a:spcBef>
                <a:spcPts val="0"/>
              </a:spcBef>
              <a:buSzPct val="100000"/>
              <a:buNone/>
            </a:pPr>
            <a:r>
              <a:rPr lang="en-US" dirty="0">
                <a:latin typeface="Cambria" panose="02040503050406030204" pitchFamily="18" charset="0"/>
                <a:ea typeface="Cambria" panose="02040503050406030204" pitchFamily="18" charset="0"/>
              </a:rPr>
              <a:t>3. A</a:t>
            </a:r>
            <a:r>
              <a:rPr lang="en-US" sz="2400" dirty="0">
                <a:latin typeface="Cambria" panose="02040503050406030204" pitchFamily="18" charset="0"/>
                <a:ea typeface="Cambria" panose="02040503050406030204" pitchFamily="18" charset="0"/>
              </a:rPr>
              <a:t>doption patterns, factors, and implementation strategies of Robotic Process Automation (RPA) across organizations and industries.</a:t>
            </a:r>
          </a:p>
          <a:p>
            <a:pPr marL="495300">
              <a:spcBef>
                <a:spcPts val="0"/>
              </a:spcBef>
              <a:buSzPct val="100000"/>
            </a:pPr>
            <a:r>
              <a:rPr lang="en-IN" sz="2400" b="1" dirty="0">
                <a:latin typeface="Cambria" panose="02040503050406030204" pitchFamily="18" charset="0"/>
                <a:ea typeface="Cambria" panose="02040503050406030204" pitchFamily="18" charset="0"/>
              </a:rPr>
              <a:t>Advantages:</a:t>
            </a:r>
            <a:r>
              <a:rPr lang="en-IN" sz="24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O</a:t>
            </a:r>
            <a:r>
              <a:rPr lang="en-US" sz="2400" dirty="0">
                <a:latin typeface="Cambria" panose="02040503050406030204" pitchFamily="18" charset="0"/>
                <a:ea typeface="Cambria" panose="02040503050406030204" pitchFamily="18" charset="0"/>
              </a:rPr>
              <a:t>perational efficiency, cost reduction, improved accuracy</a:t>
            </a:r>
            <a:endParaRPr lang="en-IN" sz="2400" dirty="0">
              <a:latin typeface="Cambria" panose="02040503050406030204" pitchFamily="18" charset="0"/>
              <a:ea typeface="Cambria" panose="02040503050406030204" pitchFamily="18" charset="0"/>
            </a:endParaRPr>
          </a:p>
          <a:p>
            <a:pPr marL="495300">
              <a:spcBef>
                <a:spcPts val="0"/>
              </a:spcBef>
              <a:buSzPct val="100000"/>
            </a:pPr>
            <a:r>
              <a:rPr lang="en-IN" sz="2400" b="1" dirty="0">
                <a:latin typeface="Cambria" panose="02040503050406030204" pitchFamily="18" charset="0"/>
                <a:ea typeface="Cambria" panose="02040503050406030204" pitchFamily="18" charset="0"/>
              </a:rPr>
              <a:t>Limitations</a:t>
            </a:r>
            <a:r>
              <a:rPr lang="en-IN" sz="24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a:t>
            </a:r>
            <a:r>
              <a:rPr lang="en-US" sz="2400" dirty="0">
                <a:latin typeface="Cambria" panose="02040503050406030204" pitchFamily="18" charset="0"/>
                <a:ea typeface="Cambria" panose="02040503050406030204" pitchFamily="18" charset="0"/>
              </a:rPr>
              <a:t>hallenges in RPA adoption including high initial costs, resistance to change, limited capability for complex tasks, technical integration issues</a:t>
            </a:r>
          </a:p>
          <a:p>
            <a:endParaRPr lang="en-GB" dirty="0"/>
          </a:p>
        </p:txBody>
      </p:sp>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a:xfrm>
            <a:off x="812800" y="940527"/>
            <a:ext cx="10865394" cy="5155472"/>
          </a:xfrm>
        </p:spPr>
        <p:txBody>
          <a:bodyPr>
            <a:normAutofit fontScale="85000" lnSpcReduction="10000"/>
          </a:bodyPr>
          <a:lstStyle/>
          <a:p>
            <a:pPr marL="152400" indent="0">
              <a:spcBef>
                <a:spcPts val="0"/>
              </a:spcBef>
              <a:buSzPct val="100000"/>
              <a:buNone/>
            </a:pPr>
            <a:r>
              <a:rPr lang="en-US" sz="2400" dirty="0">
                <a:latin typeface="Cambria" panose="02040503050406030204" pitchFamily="18" charset="0"/>
                <a:ea typeface="Cambria" panose="02040503050406030204" pitchFamily="18" charset="0"/>
              </a:rPr>
              <a:t>4. Robotic Process Automation (RPA) in shaping the future digital workforce</a:t>
            </a:r>
          </a:p>
          <a:p>
            <a:pPr marL="152400" indent="0">
              <a:spcBef>
                <a:spcPts val="0"/>
              </a:spcBef>
              <a:buSzPct val="100000"/>
              <a:buNone/>
            </a:pPr>
            <a:r>
              <a:rPr lang="en-US" b="1" dirty="0">
                <a:latin typeface="Cambria" panose="02040503050406030204" pitchFamily="18" charset="0"/>
                <a:ea typeface="Cambria" panose="02040503050406030204" pitchFamily="18" charset="0"/>
              </a:rPr>
              <a:t>Advantages</a:t>
            </a:r>
            <a:r>
              <a:rPr lang="en-US" dirty="0">
                <a:latin typeface="Cambria" panose="02040503050406030204" pitchFamily="18" charset="0"/>
                <a:ea typeface="Cambria" panose="02040503050406030204" pitchFamily="18" charset="0"/>
              </a:rPr>
              <a:t>: Workforce productivity by automating repetitive tasks, reducing operational costs, improving accuracy, enabling 24/7 operations</a:t>
            </a:r>
          </a:p>
          <a:p>
            <a:pPr marL="152400" indent="0">
              <a:spcBef>
                <a:spcPts val="0"/>
              </a:spcBef>
              <a:buSzPct val="100000"/>
              <a:buNone/>
            </a:pPr>
            <a:r>
              <a:rPr lang="en-US" sz="2400" b="1" dirty="0">
                <a:latin typeface="Cambria" panose="02040503050406030204" pitchFamily="18" charset="0"/>
                <a:ea typeface="Cambria" panose="02040503050406030204" pitchFamily="18" charset="0"/>
              </a:rPr>
              <a:t>Limitations</a:t>
            </a:r>
            <a:r>
              <a:rPr lang="en-US" sz="2400" dirty="0">
                <a:latin typeface="Cambria" panose="02040503050406030204" pitchFamily="18" charset="0"/>
                <a:ea typeface="Cambria" panose="02040503050406030204" pitchFamily="18" charset="0"/>
              </a:rPr>
              <a:t>: Requires significant investment in training and infrastructure, and faces technical limitations in handling complex, judgment-based tasks and unstructured data.</a:t>
            </a:r>
          </a:p>
          <a:p>
            <a:pPr marL="152400" indent="0">
              <a:spcBef>
                <a:spcPts val="0"/>
              </a:spcBef>
              <a:buSzPct val="100000"/>
              <a:buNone/>
            </a:pPr>
            <a:endParaRPr lang="en-US" sz="2400" dirty="0">
              <a:latin typeface="Cambria" panose="02040503050406030204" pitchFamily="18" charset="0"/>
              <a:ea typeface="Cambria" panose="02040503050406030204" pitchFamily="18" charset="0"/>
            </a:endParaRPr>
          </a:p>
          <a:p>
            <a:pPr marL="152400" indent="0">
              <a:spcBef>
                <a:spcPts val="0"/>
              </a:spcBef>
              <a:buSzPct val="100000"/>
              <a:buNone/>
            </a:pPr>
            <a:r>
              <a:rPr lang="en-US" dirty="0">
                <a:latin typeface="Cambria" panose="02040503050406030204" pitchFamily="18" charset="0"/>
                <a:ea typeface="Cambria" panose="02040503050406030204" pitchFamily="18" charset="0"/>
              </a:rPr>
              <a:t>5. I</a:t>
            </a:r>
            <a:r>
              <a:rPr lang="en-US" sz="2400" dirty="0">
                <a:latin typeface="Cambria" panose="02040503050406030204" pitchFamily="18" charset="0"/>
                <a:ea typeface="Cambria" panose="02040503050406030204" pitchFamily="18" charset="0"/>
              </a:rPr>
              <a:t>mplementation and impact of Robotic Process Automation (RPA) specifically in accounting and auditing processes</a:t>
            </a:r>
          </a:p>
          <a:p>
            <a:pPr marL="495300">
              <a:spcBef>
                <a:spcPts val="0"/>
              </a:spcBef>
              <a:buSzPct val="100000"/>
            </a:pPr>
            <a:r>
              <a:rPr lang="en-US" sz="2400" b="1" dirty="0">
                <a:latin typeface="Cambria" panose="02040503050406030204" pitchFamily="18" charset="0"/>
                <a:ea typeface="Cambria" panose="02040503050406030204" pitchFamily="18" charset="0"/>
              </a:rPr>
              <a:t>Advanta</a:t>
            </a:r>
            <a:r>
              <a:rPr lang="en-US" b="1" dirty="0">
                <a:latin typeface="Cambria" panose="02040503050406030204" pitchFamily="18" charset="0"/>
                <a:ea typeface="Cambria" panose="02040503050406030204" pitchFamily="18" charset="0"/>
              </a:rPr>
              <a:t>ges</a:t>
            </a:r>
            <a:r>
              <a:rPr lang="en-US" dirty="0">
                <a:latin typeface="Cambria" panose="02040503050406030204" pitchFamily="18" charset="0"/>
                <a:ea typeface="Cambria" panose="02040503050406030204" pitchFamily="18" charset="0"/>
              </a:rPr>
              <a:t>: Speeds up financial processing, reduces human errors, improves compliance, ensures consistent reporting</a:t>
            </a:r>
          </a:p>
          <a:p>
            <a:pPr marL="495300">
              <a:spcBef>
                <a:spcPts val="0"/>
              </a:spcBef>
              <a:buSzPct val="100000"/>
            </a:pPr>
            <a:r>
              <a:rPr lang="en-US" b="1" dirty="0">
                <a:latin typeface="Cambria" panose="02040503050406030204" pitchFamily="18" charset="0"/>
                <a:ea typeface="Cambria" panose="02040503050406030204" pitchFamily="18" charset="0"/>
              </a:rPr>
              <a:t>Limitations</a:t>
            </a:r>
            <a:r>
              <a:rPr lang="en-US" dirty="0">
                <a:latin typeface="Cambria" panose="02040503050406030204" pitchFamily="18" charset="0"/>
                <a:ea typeface="Cambria" panose="02040503050406030204" pitchFamily="18" charset="0"/>
              </a:rPr>
              <a:t>: Challenges with complex financial decision-making, requires substantial initial investment, needs continuous updates for changing regulation</a:t>
            </a:r>
          </a:p>
          <a:p>
            <a:pPr marL="152400" indent="0">
              <a:spcBef>
                <a:spcPts val="0"/>
              </a:spcBef>
              <a:buSzPct val="100000"/>
              <a:buNone/>
            </a:pPr>
            <a:endParaRPr lang="en-US" dirty="0">
              <a:latin typeface="Cambria" panose="02040503050406030204" pitchFamily="18" charset="0"/>
              <a:ea typeface="Cambria" panose="02040503050406030204" pitchFamily="18" charset="0"/>
            </a:endParaRPr>
          </a:p>
          <a:p>
            <a:pPr marL="152400" indent="0">
              <a:spcBef>
                <a:spcPts val="0"/>
              </a:spcBef>
              <a:buSzPct val="100000"/>
              <a:buNone/>
            </a:pPr>
            <a:r>
              <a:rPr lang="en-US" sz="2400" dirty="0">
                <a:latin typeface="Cambria" panose="02040503050406030204" pitchFamily="18" charset="0"/>
                <a:ea typeface="Cambria" panose="02040503050406030204" pitchFamily="18" charset="0"/>
              </a:rPr>
              <a:t>6. </a:t>
            </a:r>
            <a:r>
              <a:rPr lang="en-US" dirty="0">
                <a:latin typeface="Cambria" panose="02040503050406030204" pitchFamily="18" charset="0"/>
                <a:ea typeface="Cambria" panose="02040503050406030204" pitchFamily="18" charset="0"/>
              </a:rPr>
              <a:t>T</a:t>
            </a:r>
            <a:r>
              <a:rPr lang="en-US" sz="2400" dirty="0">
                <a:latin typeface="Cambria" panose="02040503050406030204" pitchFamily="18" charset="0"/>
                <a:ea typeface="Cambria" panose="02040503050406030204" pitchFamily="18" charset="0"/>
              </a:rPr>
              <a:t>ransformative role of Robotic Process Automation (RPA) in modern accounting practices</a:t>
            </a:r>
          </a:p>
          <a:p>
            <a:pPr marL="495300">
              <a:spcBef>
                <a:spcPts val="0"/>
              </a:spcBef>
              <a:buSzPct val="100000"/>
            </a:pPr>
            <a:r>
              <a:rPr lang="en-US" b="1" dirty="0">
                <a:latin typeface="Cambria" panose="02040503050406030204" pitchFamily="18" charset="0"/>
                <a:ea typeface="Cambria" panose="02040503050406030204" pitchFamily="18" charset="0"/>
              </a:rPr>
              <a:t>Advantages: </a:t>
            </a:r>
            <a:r>
              <a:rPr lang="en-US" dirty="0">
                <a:latin typeface="Cambria" panose="02040503050406030204" pitchFamily="18" charset="0"/>
                <a:ea typeface="Cambria" panose="02040503050406030204" pitchFamily="18" charset="0"/>
              </a:rPr>
              <a:t>Automating routine tasks, improving data accuracy, reducing processing time, enabling real-time reporting                                       </a:t>
            </a:r>
          </a:p>
          <a:p>
            <a:pPr marL="495300">
              <a:spcBef>
                <a:spcPts val="0"/>
              </a:spcBef>
              <a:buSzPct val="100000"/>
            </a:pPr>
            <a:r>
              <a:rPr lang="en-US" sz="2400" b="1" dirty="0">
                <a:latin typeface="Cambria" panose="02040503050406030204" pitchFamily="18" charset="0"/>
                <a:ea typeface="Cambria" panose="02040503050406030204" pitchFamily="18" charset="0"/>
              </a:rPr>
              <a:t>Limitations</a:t>
            </a:r>
            <a:r>
              <a:rPr lang="en-US" sz="2400" dirty="0">
                <a:latin typeface="Cambria" panose="02040503050406030204" pitchFamily="18" charset="0"/>
                <a:ea typeface="Cambria" panose="02040503050406030204" pitchFamily="18" charset="0"/>
              </a:rPr>
              <a:t>: Resistance to change from traditional practices, Complexity in handling non-standardized accounting processes</a:t>
            </a:r>
          </a:p>
          <a:p>
            <a:pPr marL="152400" indent="0" algn="just">
              <a:spcBef>
                <a:spcPts val="0"/>
              </a:spcBef>
              <a:buSzPct val="100000"/>
              <a:buNone/>
            </a:pPr>
            <a:endParaRPr lang="en-IN" sz="2400" dirty="0">
              <a:latin typeface="Cambria" panose="02040503050406030204" pitchFamily="18" charset="0"/>
              <a:ea typeface="Cambria" panose="02040503050406030204" pitchFamily="18" charset="0"/>
            </a:endParaRPr>
          </a:p>
          <a:p>
            <a:pPr marL="438150" indent="-285750" algn="just">
              <a:spcBef>
                <a:spcPts val="0"/>
              </a:spcBef>
              <a:buSzPct val="100000"/>
            </a:pPr>
            <a:endParaRPr lang="en-IN" dirty="0">
              <a:latin typeface="Cambria" panose="02040503050406030204" pitchFamily="18" charset="0"/>
              <a:ea typeface="Cambria" panose="02040503050406030204" pitchFamily="18" charset="0"/>
            </a:endParaRPr>
          </a:p>
          <a:p>
            <a:pPr marL="438150" indent="-285750" algn="just">
              <a:spcBef>
                <a:spcPts val="0"/>
              </a:spcBef>
              <a:buSzPct val="100000"/>
            </a:pPr>
            <a:endParaRPr lang="en-IN" sz="2400" dirty="0">
              <a:latin typeface="Cambria" panose="02040503050406030204" pitchFamily="18" charset="0"/>
              <a:ea typeface="Cambria" panose="02040503050406030204" pitchFamily="18" charset="0"/>
            </a:endParaRPr>
          </a:p>
          <a:p>
            <a:endParaRPr lang="en-GB" dirty="0"/>
          </a:p>
        </p:txBody>
      </p:sp>
    </p:spTree>
    <p:extLst>
      <p:ext uri="{BB962C8B-B14F-4D97-AF65-F5344CB8AC3E}">
        <p14:creationId xmlns:p14="http://schemas.microsoft.com/office/powerpoint/2010/main" val="861927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p:txBody>
          <a:bodyPr>
            <a:normAutofit/>
          </a:bodyPr>
          <a:lstStyle/>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ADVANTAGES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b="1"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F1A4B984-54F8-ABF4-D903-3E2F31AD833A}"/>
              </a:ext>
            </a:extLst>
          </p:cNvPr>
          <p:cNvGraphicFramePr/>
          <p:nvPr>
            <p:extLst>
              <p:ext uri="{D42A27DB-BD31-4B8C-83A1-F6EECF244321}">
                <p14:modId xmlns:p14="http://schemas.microsoft.com/office/powerpoint/2010/main" val="2052239344"/>
              </p:ext>
            </p:extLst>
          </p:nvPr>
        </p:nvGraphicFramePr>
        <p:xfrm>
          <a:off x="1265646" y="2020568"/>
          <a:ext cx="10113554" cy="14128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CC7A6853-956E-D726-B885-F6EC35EFD016}"/>
              </a:ext>
            </a:extLst>
          </p:cNvPr>
          <p:cNvGraphicFramePr/>
          <p:nvPr>
            <p:extLst>
              <p:ext uri="{D42A27DB-BD31-4B8C-83A1-F6EECF244321}">
                <p14:modId xmlns:p14="http://schemas.microsoft.com/office/powerpoint/2010/main" val="1983778021"/>
              </p:ext>
            </p:extLst>
          </p:nvPr>
        </p:nvGraphicFramePr>
        <p:xfrm>
          <a:off x="1265646" y="3870960"/>
          <a:ext cx="10113554" cy="14128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37666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91458-3602-B88D-69F2-536F2B2C1F17}"/>
              </a:ext>
            </a:extLst>
          </p:cNvPr>
          <p:cNvSpPr>
            <a:spLocks noGrp="1"/>
          </p:cNvSpPr>
          <p:nvPr>
            <p:ph type="title"/>
          </p:nvPr>
        </p:nvSpPr>
        <p:spPr/>
        <p:txBody>
          <a:bodyPr/>
          <a:lstStyle/>
          <a:p>
            <a:r>
              <a:rPr lang="en-US" dirty="0"/>
              <a:t>Existing method Drawback</a:t>
            </a:r>
            <a:endParaRPr lang="en-IN" dirty="0"/>
          </a:p>
        </p:txBody>
      </p:sp>
      <p:sp>
        <p:nvSpPr>
          <p:cNvPr id="3" name="Content Placeholder 2">
            <a:extLst>
              <a:ext uri="{FF2B5EF4-FFF2-40B4-BE49-F238E27FC236}">
                <a16:creationId xmlns:a16="http://schemas.microsoft.com/office/drawing/2014/main" id="{6B8BBEEA-9AE3-9AD1-DBF4-A2CC98EF1B9B}"/>
              </a:ext>
            </a:extLst>
          </p:cNvPr>
          <p:cNvSpPr>
            <a:spLocks noGrp="1"/>
          </p:cNvSpPr>
          <p:nvPr>
            <p:ph idx="1"/>
          </p:nvPr>
        </p:nvSpPr>
        <p:spPr>
          <a:xfrm>
            <a:off x="812800" y="1151710"/>
            <a:ext cx="10668000" cy="4952997"/>
          </a:xfrm>
        </p:spPr>
        <p:txBody>
          <a:bodyPr>
            <a:normAutofit/>
          </a:bodyPr>
          <a:lstStyle/>
          <a:p>
            <a:r>
              <a:rPr lang="en-IN" sz="1800" b="1" kern="100" dirty="0">
                <a:latin typeface="Calibri" panose="020F0502020204030204" pitchFamily="34" charset="0"/>
                <a:ea typeface="Calibri" panose="020F0502020204030204" pitchFamily="34" charset="0"/>
                <a:cs typeface="Times New Roman" panose="02020603050405020304" pitchFamily="18" charset="0"/>
              </a:rPr>
              <a:t>DISADVANTAGES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b="1"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F1A4B984-54F8-ABF4-D903-3E2F31AD833A}"/>
              </a:ext>
            </a:extLst>
          </p:cNvPr>
          <p:cNvGraphicFramePr/>
          <p:nvPr>
            <p:extLst>
              <p:ext uri="{D42A27DB-BD31-4B8C-83A1-F6EECF244321}">
                <p14:modId xmlns:p14="http://schemas.microsoft.com/office/powerpoint/2010/main" val="647472669"/>
              </p:ext>
            </p:extLst>
          </p:nvPr>
        </p:nvGraphicFramePr>
        <p:xfrm>
          <a:off x="1265646" y="2020568"/>
          <a:ext cx="10113554" cy="14128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CC7A6853-956E-D726-B885-F6EC35EFD016}"/>
              </a:ext>
            </a:extLst>
          </p:cNvPr>
          <p:cNvGraphicFramePr/>
          <p:nvPr/>
        </p:nvGraphicFramePr>
        <p:xfrm>
          <a:off x="1265646" y="3870960"/>
          <a:ext cx="10113554" cy="14128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1128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pic>
        <p:nvPicPr>
          <p:cNvPr id="5" name="Content Placeholder 4">
            <a:extLst>
              <a:ext uri="{FF2B5EF4-FFF2-40B4-BE49-F238E27FC236}">
                <a16:creationId xmlns:a16="http://schemas.microsoft.com/office/drawing/2014/main" id="{E7413ACB-54D3-0BDF-472E-1E5CBD2E6F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1178" y="992591"/>
            <a:ext cx="4951778" cy="5723008"/>
          </a:xfrm>
        </p:spPr>
      </p:pic>
    </p:spTree>
    <p:extLst>
      <p:ext uri="{BB962C8B-B14F-4D97-AF65-F5344CB8AC3E}">
        <p14:creationId xmlns:p14="http://schemas.microsoft.com/office/powerpoint/2010/main" val="265961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lstStyle/>
          <a:p>
            <a:r>
              <a:rPr lang="en-US" sz="2400" dirty="0">
                <a:latin typeface="Cambria" panose="02040503050406030204" pitchFamily="18" charset="0"/>
                <a:ea typeface="Cambria" panose="02040503050406030204" pitchFamily="18" charset="0"/>
              </a:rPr>
              <a:t>To design and implement a Robotic Process Automation (RPA) solution that automates the finance receipting process, handling 25,000 receipts per month efficiently and accurately.</a:t>
            </a:r>
          </a:p>
          <a:p>
            <a:r>
              <a:rPr lang="en-US" sz="2400" dirty="0">
                <a:latin typeface="Cambria" panose="02040503050406030204" pitchFamily="18" charset="0"/>
                <a:ea typeface="Cambria" panose="02040503050406030204" pitchFamily="18" charset="0"/>
              </a:rPr>
              <a:t>Design a solution to integrate paper-based receipts into the automated workflow, possibly using Optical Character Recognition (OCR) technology.</a:t>
            </a:r>
            <a:endParaRPr lang="en-US"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Maintain high accuracy in data processing and receipt generation, ensuring compliance with financial regulations and company policies.</a:t>
            </a:r>
          </a:p>
          <a:p>
            <a:r>
              <a:rPr lang="en-US" sz="2400" dirty="0">
                <a:latin typeface="Cambria" panose="02040503050406030204" pitchFamily="18" charset="0"/>
                <a:ea typeface="Cambria" panose="02040503050406030204" pitchFamily="18" charset="0"/>
              </a:rPr>
              <a:t>Create an automated email system to send generated receipts to the corresponding vendors as specified in the source file.</a:t>
            </a:r>
            <a:endParaRPr lang="en-US"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Implement a system to dynamically generate receipts using appropriate templates based on transaction type, sourcing templates from the File Server.</a:t>
            </a:r>
          </a:p>
          <a:p>
            <a:endParaRPr lang="en-GB" dirty="0"/>
          </a:p>
          <a:p>
            <a:pPr marL="0" indent="0">
              <a:buNone/>
            </a:pPr>
            <a:endParaRPr lang="en-GB" dirty="0"/>
          </a:p>
        </p:txBody>
      </p:sp>
    </p:spTree>
    <p:extLst>
      <p:ext uri="{BB962C8B-B14F-4D97-AF65-F5344CB8AC3E}">
        <p14:creationId xmlns:p14="http://schemas.microsoft.com/office/powerpoint/2010/main" val="266672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3" name="Content Placeholder 2"/>
          <p:cNvSpPr>
            <a:spLocks noGrp="1"/>
          </p:cNvSpPr>
          <p:nvPr>
            <p:ph idx="1"/>
          </p:nvPr>
        </p:nvSpPr>
        <p:spPr/>
        <p:txBody>
          <a:bodyPr/>
          <a:lstStyle/>
          <a:p>
            <a:pPr marL="342900" lvl="0" indent="-190500" rtl="0">
              <a:lnSpc>
                <a:spcPct val="200000"/>
              </a:lnSpc>
              <a:spcBef>
                <a:spcPts val="0"/>
              </a:spcBef>
              <a:spcAft>
                <a:spcPts val="0"/>
              </a:spcAft>
              <a:buClr>
                <a:schemeClr val="dk1"/>
              </a:buClr>
              <a:buSzPct val="100000"/>
              <a:buNone/>
            </a:pPr>
            <a:r>
              <a:rPr lang="en-IN" b="1" dirty="0">
                <a:latin typeface="Cambria" panose="02040503050406030204" pitchFamily="18" charset="0"/>
                <a:ea typeface="Cambria" panose="02040503050406030204" pitchFamily="18" charset="0"/>
              </a:rPr>
              <a:t>Module 1: </a:t>
            </a:r>
            <a:r>
              <a:rPr lang="en-IN" sz="2400" dirty="0">
                <a:effectLst/>
                <a:latin typeface="Calibri" panose="020F0502020204030204" pitchFamily="34" charset="0"/>
                <a:ea typeface="Calibri" panose="020F0502020204030204" pitchFamily="34" charset="0"/>
                <a:cs typeface="Times New Roman" panose="02020603050405020304" pitchFamily="18" charset="0"/>
              </a:rPr>
              <a:t>SAP Integration </a:t>
            </a:r>
            <a:r>
              <a:rPr lang="en-IN" dirty="0">
                <a:latin typeface="Cambria" panose="02040503050406030204" pitchFamily="18" charset="0"/>
                <a:ea typeface="Cambria" panose="02040503050406030204" pitchFamily="18" charset="0"/>
                <a:cs typeface="Times New Roman" panose="02020603050405020304" pitchFamily="18" charset="0"/>
              </a:rPr>
              <a:t> </a:t>
            </a:r>
          </a:p>
          <a:p>
            <a:pPr marL="342900" lvl="0" indent="-190500" rtl="0">
              <a:lnSpc>
                <a:spcPct val="200000"/>
              </a:lnSpc>
              <a:spcBef>
                <a:spcPts val="0"/>
              </a:spcBef>
              <a:spcAft>
                <a:spcPts val="0"/>
              </a:spcAft>
              <a:buClr>
                <a:schemeClr val="dk1"/>
              </a:buClr>
              <a:buSzPct val="100000"/>
              <a:buNone/>
            </a:pPr>
            <a:r>
              <a:rPr lang="en-IN" sz="2400" b="1" dirty="0">
                <a:effectLst/>
                <a:latin typeface="Cambria" panose="02040503050406030204" pitchFamily="18" charset="0"/>
                <a:ea typeface="Cambria" panose="02040503050406030204" pitchFamily="18" charset="0"/>
                <a:cs typeface="Times New Roman" panose="02020603050405020304" pitchFamily="18" charset="0"/>
              </a:rPr>
              <a:t>Module 2</a:t>
            </a:r>
            <a:r>
              <a:rPr lang="en-IN" sz="2400" dirty="0">
                <a:effectLst/>
                <a:latin typeface="Cambria" panose="02040503050406030204" pitchFamily="18" charset="0"/>
                <a:ea typeface="Cambria" panose="02040503050406030204" pitchFamily="18" charset="0"/>
                <a:cs typeface="Times New Roman" panose="02020603050405020304" pitchFamily="18" charset="0"/>
              </a:rPr>
              <a:t>:</a:t>
            </a:r>
            <a:r>
              <a:rPr lang="en-IN" sz="2400" dirty="0">
                <a:effectLst/>
                <a:latin typeface="Calibri" panose="020F0502020204030204" pitchFamily="34" charset="0"/>
                <a:ea typeface="Calibri" panose="020F0502020204030204" pitchFamily="34" charset="0"/>
                <a:cs typeface="Times New Roman" panose="02020603050405020304" pitchFamily="18" charset="0"/>
              </a:rPr>
              <a:t> Data Segregation and Rules Engine</a:t>
            </a:r>
          </a:p>
          <a:p>
            <a:pPr marL="342900" lvl="0" indent="-190500" rtl="0">
              <a:lnSpc>
                <a:spcPct val="200000"/>
              </a:lnSpc>
              <a:spcBef>
                <a:spcPts val="0"/>
              </a:spcBef>
              <a:spcAft>
                <a:spcPts val="0"/>
              </a:spcAft>
              <a:buClr>
                <a:schemeClr val="dk1"/>
              </a:buClr>
              <a:buSzPct val="100000"/>
              <a:buNone/>
            </a:pPr>
            <a:r>
              <a:rPr lang="en-IN" b="1" dirty="0">
                <a:latin typeface="Calibri" panose="020F0502020204030204" pitchFamily="34" charset="0"/>
                <a:ea typeface="Calibri" panose="020F0502020204030204" pitchFamily="34" charset="0"/>
                <a:cs typeface="Times New Roman" panose="02020603050405020304" pitchFamily="18" charset="0"/>
              </a:rPr>
              <a:t>Module 3</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Calibri" panose="020F0502020204030204" pitchFamily="34" charset="0"/>
                <a:ea typeface="Calibri" panose="020F0502020204030204" pitchFamily="34" charset="0"/>
                <a:cs typeface="Times New Roman" panose="02020603050405020304" pitchFamily="18" charset="0"/>
              </a:rPr>
              <a:t>Document Generation Module</a:t>
            </a:r>
          </a:p>
          <a:p>
            <a:pPr marL="342900" lvl="0" indent="-190500" rtl="0">
              <a:lnSpc>
                <a:spcPct val="200000"/>
              </a:lnSpc>
              <a:spcBef>
                <a:spcPts val="0"/>
              </a:spcBef>
              <a:spcAft>
                <a:spcPts val="0"/>
              </a:spcAft>
              <a:buClr>
                <a:schemeClr val="dk1"/>
              </a:buClr>
              <a:buSzPct val="100000"/>
              <a:buNone/>
            </a:pPr>
            <a:r>
              <a:rPr lang="en-IN" b="1" dirty="0">
                <a:latin typeface="Calibri" panose="020F0502020204030204" pitchFamily="34" charset="0"/>
                <a:ea typeface="Calibri" panose="020F0502020204030204" pitchFamily="34" charset="0"/>
                <a:cs typeface="Times New Roman" panose="02020603050405020304" pitchFamily="18" charset="0"/>
              </a:rPr>
              <a:t>Module 4:</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Calibri" panose="020F0502020204030204" pitchFamily="34" charset="0"/>
                <a:ea typeface="Calibri" panose="020F0502020204030204" pitchFamily="34" charset="0"/>
                <a:cs typeface="Times New Roman" panose="02020603050405020304" pitchFamily="18" charset="0"/>
              </a:rPr>
              <a:t>Email Automation </a:t>
            </a:r>
          </a:p>
          <a:p>
            <a:pPr marL="342900" lvl="0" indent="-190500" rtl="0">
              <a:lnSpc>
                <a:spcPct val="200000"/>
              </a:lnSpc>
              <a:spcBef>
                <a:spcPts val="0"/>
              </a:spcBef>
              <a:spcAft>
                <a:spcPts val="0"/>
              </a:spcAft>
              <a:buClr>
                <a:schemeClr val="dk1"/>
              </a:buClr>
              <a:buSzPct val="100000"/>
              <a:buNone/>
            </a:pPr>
            <a:r>
              <a:rPr lang="en-IN" b="1" dirty="0">
                <a:latin typeface="Calibri" panose="020F0502020204030204" pitchFamily="34" charset="0"/>
                <a:ea typeface="Calibri" panose="020F0502020204030204" pitchFamily="34" charset="0"/>
                <a:cs typeface="Times New Roman" panose="02020603050405020304" pitchFamily="18" charset="0"/>
              </a:rPr>
              <a:t>Module 5</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sz="2400" dirty="0">
                <a:effectLst/>
                <a:latin typeface="Calibri" panose="020F0502020204030204" pitchFamily="34" charset="0"/>
                <a:ea typeface="Calibri" panose="020F0502020204030204" pitchFamily="34" charset="0"/>
                <a:cs typeface="Times New Roman" panose="02020603050405020304" pitchFamily="18" charset="0"/>
              </a:rPr>
              <a:t>OCR and Exception Handling </a:t>
            </a:r>
          </a:p>
          <a:p>
            <a:pPr marL="342900" lvl="0" indent="-190500" algn="just" rtl="0">
              <a:lnSpc>
                <a:spcPct val="200000"/>
              </a:lnSpc>
              <a:spcBef>
                <a:spcPts val="0"/>
              </a:spcBef>
              <a:spcAft>
                <a:spcPts val="0"/>
              </a:spcAft>
              <a:buClr>
                <a:schemeClr val="dk1"/>
              </a:buClr>
              <a:buSzPct val="100000"/>
              <a:buNone/>
            </a:pP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314944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156-B1FC-CA07-89DA-0BCF63C14900}"/>
              </a:ext>
            </a:extLst>
          </p:cNvPr>
          <p:cNvSpPr>
            <a:spLocks noGrp="1"/>
          </p:cNvSpPr>
          <p:nvPr>
            <p:ph type="title"/>
          </p:nvPr>
        </p:nvSpPr>
        <p:spPr/>
        <p:txBody>
          <a:bodyPr/>
          <a:lstStyle/>
          <a:p>
            <a:r>
              <a:rPr lang="en-US" dirty="0"/>
              <a:t>Architecture</a:t>
            </a:r>
            <a:endParaRPr lang="en-IN" dirty="0"/>
          </a:p>
        </p:txBody>
      </p:sp>
      <p:pic>
        <p:nvPicPr>
          <p:cNvPr id="5" name="Content Placeholder 4">
            <a:extLst>
              <a:ext uri="{FF2B5EF4-FFF2-40B4-BE49-F238E27FC236}">
                <a16:creationId xmlns:a16="http://schemas.microsoft.com/office/drawing/2014/main" id="{AD3CFF34-A831-E2CA-A774-47512B22C3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4133" y="1143000"/>
            <a:ext cx="8805333" cy="4953000"/>
          </a:xfrm>
        </p:spPr>
      </p:pic>
    </p:spTree>
    <p:extLst>
      <p:ext uri="{BB962C8B-B14F-4D97-AF65-F5344CB8AC3E}">
        <p14:creationId xmlns:p14="http://schemas.microsoft.com/office/powerpoint/2010/main" val="593898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p:txBody>
          <a:bodyPr/>
          <a:lstStyle/>
          <a:p>
            <a:pPr marL="342900" lvl="0" indent="-190500" algn="just" rtl="0">
              <a:lnSpc>
                <a:spcPct val="200000"/>
              </a:lnSpc>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Software Details:</a:t>
            </a: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RPA Tools: UiPath, Automation Anywhere, Blue Prism (for RPA-based solutions).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Programming Tools: Python, JavaScript (for custom scripting).</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IDE: Visual Studio Code, PyCharm (for development).</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Database: SQLite, (for data storage).</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Email Automation: Gmail/Outlook SMTP (for email sending).</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Document Generation: Python-docx, Microsoft Word (for receipts/reports).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Web Automation: Selenium, Puppeteer (for web-based automation).</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Cloud Platforms: Heroku, AWS Lambda (for deployment in the cloud).</a:t>
            </a:r>
            <a:endParaRPr lang="en-IN" sz="18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Version Control: GitHub, </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4" name="Content Placeholder 3">
            <a:extLst>
              <a:ext uri="{FF2B5EF4-FFF2-40B4-BE49-F238E27FC236}">
                <a16:creationId xmlns:a16="http://schemas.microsoft.com/office/drawing/2014/main" id="{4937D567-2711-2B74-5A2D-1956A17AA9A3}"/>
              </a:ext>
            </a:extLst>
          </p:cNvPr>
          <p:cNvPicPr>
            <a:picLocks noGrp="1" noChangeAspect="1"/>
          </p:cNvPicPr>
          <p:nvPr>
            <p:ph idx="1"/>
          </p:nvPr>
        </p:nvPicPr>
        <p:blipFill>
          <a:blip r:embed="rId2"/>
          <a:srcRect t="15018" b="1973"/>
          <a:stretch/>
        </p:blipFill>
        <p:spPr>
          <a:xfrm>
            <a:off x="2168918" y="1143000"/>
            <a:ext cx="7955763" cy="4953000"/>
          </a:xfrm>
          <a:prstGeom prst="rect">
            <a:avLst/>
          </a:prstGeom>
        </p:spPr>
      </p:pic>
    </p:spTree>
    <p:extLst>
      <p:ext uri="{BB962C8B-B14F-4D97-AF65-F5344CB8AC3E}">
        <p14:creationId xmlns:p14="http://schemas.microsoft.com/office/powerpoint/2010/main" val="3677332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lstStyle/>
          <a:p>
            <a:pPr>
              <a:lnSpc>
                <a:spcPct val="107000"/>
              </a:lnSpc>
              <a:spcAft>
                <a:spcPts val="800"/>
              </a:spcAft>
            </a:pPr>
            <a:r>
              <a:rPr lang="en-IN" b="1" kern="100" dirty="0">
                <a:effectLst/>
                <a:latin typeface="Cambria" panose="02040503050406030204" pitchFamily="18" charset="0"/>
                <a:ea typeface="Cambria" panose="02040503050406030204" pitchFamily="18" charset="0"/>
                <a:cs typeface="Times New Roman" panose="02020603050405020304" pitchFamily="18" charset="0"/>
              </a:rPr>
              <a:t>Increased Efficiency and Reduced Manual Work</a:t>
            </a:r>
          </a:p>
          <a:p>
            <a:pPr>
              <a:lnSpc>
                <a:spcPct val="107000"/>
              </a:lnSpc>
              <a:spcAft>
                <a:spcPts val="800"/>
              </a:spcAft>
            </a:pPr>
            <a:r>
              <a:rPr lang="en-IN" b="1" dirty="0">
                <a:effectLst/>
                <a:latin typeface="Cambria" panose="02040503050406030204" pitchFamily="18" charset="0"/>
                <a:ea typeface="Cambria" panose="02040503050406030204" pitchFamily="18" charset="0"/>
                <a:cs typeface="Times New Roman" panose="02020603050405020304" pitchFamily="18" charset="0"/>
              </a:rPr>
              <a:t>Reduced Errors and Improved Accuracy</a:t>
            </a:r>
            <a:endParaRPr lang="en-GB" b="1" dirty="0">
              <a:effectLst/>
              <a:latin typeface="Cambria" panose="02040503050406030204" pitchFamily="18" charset="0"/>
              <a:ea typeface="Cambria" panose="02040503050406030204" pitchFamily="18" charset="0"/>
              <a:cs typeface="Times New Roman" panose="02020603050405020304" pitchFamily="18" charset="0"/>
            </a:endParaRPr>
          </a:p>
          <a:p>
            <a:pPr>
              <a:lnSpc>
                <a:spcPct val="107000"/>
              </a:lnSpc>
              <a:spcAft>
                <a:spcPts val="800"/>
              </a:spcAft>
            </a:pPr>
            <a:r>
              <a:rPr lang="en-IN" sz="2400" b="1" dirty="0">
                <a:effectLst/>
                <a:latin typeface="Cambria" panose="02040503050406030204" pitchFamily="18" charset="0"/>
                <a:ea typeface="Cambria" panose="02040503050406030204" pitchFamily="18" charset="0"/>
                <a:cs typeface="Times New Roman" panose="02020603050405020304" pitchFamily="18" charset="0"/>
              </a:rPr>
              <a:t>Faster Processing Time</a:t>
            </a:r>
          </a:p>
          <a:p>
            <a:pPr>
              <a:lnSpc>
                <a:spcPct val="107000"/>
              </a:lnSpc>
              <a:spcAft>
                <a:spcPts val="800"/>
              </a:spcAft>
            </a:pPr>
            <a:r>
              <a:rPr lang="en-IN" sz="2400" b="1" dirty="0">
                <a:effectLst/>
                <a:latin typeface="Cambria" panose="02040503050406030204" pitchFamily="18" charset="0"/>
                <a:ea typeface="Cambria" panose="02040503050406030204" pitchFamily="18" charset="0"/>
                <a:cs typeface="Times New Roman" panose="02020603050405020304" pitchFamily="18" charset="0"/>
              </a:rPr>
              <a:t>Cost Savings</a:t>
            </a:r>
          </a:p>
          <a:p>
            <a:pPr>
              <a:lnSpc>
                <a:spcPct val="107000"/>
              </a:lnSpc>
              <a:spcAft>
                <a:spcPts val="800"/>
              </a:spcAft>
            </a:pPr>
            <a:r>
              <a:rPr lang="en-IN" sz="2400" b="1" dirty="0">
                <a:effectLst/>
                <a:latin typeface="Cambria" panose="02040503050406030204" pitchFamily="18" charset="0"/>
                <a:ea typeface="Cambria" panose="02040503050406030204" pitchFamily="18" charset="0"/>
                <a:cs typeface="Times New Roman" panose="02020603050405020304" pitchFamily="18" charset="0"/>
              </a:rPr>
              <a:t>Scalability</a:t>
            </a:r>
            <a:endParaRPr lang="en-IN" kern="1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923928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normAutofit fontScale="70000" lnSpcReduction="20000"/>
          </a:bodyPr>
          <a:lstStyle/>
          <a:p>
            <a:pPr marL="0" indent="0">
              <a:lnSpc>
                <a:spcPct val="120000"/>
              </a:lnSpc>
              <a:buNone/>
            </a:pPr>
            <a:r>
              <a:rPr lang="en-US" dirty="0">
                <a:latin typeface="Cambria" panose="02040503050406030204" pitchFamily="18" charset="0"/>
                <a:ea typeface="Cambria" panose="02040503050406030204" pitchFamily="18" charset="0"/>
              </a:rPr>
              <a:t>In this project, we have designed and will implement an automated Finance Receipting solution using Robotic Process Automation (RPA) to streamline and optimize back-office operations. The automation solution is capable of handling a high volume of 25,000 receipts per month, with minimal manual intervention, while addressing the challenges posed by structured and paper-based data inputs. By leveraging RPA to automate tasks such as data extraction, segregation, receipt generation, and email distribution, we have successfully enhanced operational efficiency, accuracy, and scalability.</a:t>
            </a:r>
          </a:p>
          <a:p>
            <a:pPr marL="0" indent="0">
              <a:lnSpc>
                <a:spcPct val="120000"/>
              </a:lnSpc>
              <a:buNone/>
            </a:pPr>
            <a:endParaRPr lang="en-US" dirty="0">
              <a:latin typeface="Cambria" panose="02040503050406030204" pitchFamily="18" charset="0"/>
              <a:ea typeface="Cambria" panose="02040503050406030204" pitchFamily="18" charset="0"/>
            </a:endParaRPr>
          </a:p>
          <a:p>
            <a:pPr marL="0" indent="0">
              <a:lnSpc>
                <a:spcPct val="120000"/>
              </a:lnSpc>
              <a:buNone/>
            </a:pPr>
            <a:r>
              <a:rPr lang="en-US" dirty="0">
                <a:latin typeface="Cambria" panose="02040503050406030204" pitchFamily="18" charset="0"/>
                <a:ea typeface="Cambria" panose="02040503050406030204" pitchFamily="18" charset="0"/>
              </a:rPr>
              <a:t>The proposed solution will effectively reduce human errors, improve the speed of processing, and ensured compliance with business rules, while also providing an exception handling mechanism to address outliers (10% of cases). This project demonstrated the significant impact of automation on reducing repetitive manual tasks, improving cost-efficiency, and enhancing overall productivity. The inclusion of a real-time reporting and monitoring dashboard provided transparency, enabling better decision-making and process optimization.</a:t>
            </a:r>
          </a:p>
          <a:p>
            <a:pPr marL="0" indent="0">
              <a:lnSpc>
                <a:spcPct val="120000"/>
              </a:lnSpc>
              <a:buNone/>
            </a:pPr>
            <a:endParaRPr lang="en-US" dirty="0">
              <a:latin typeface="Cambria" panose="02040503050406030204" pitchFamily="18" charset="0"/>
              <a:ea typeface="Cambria" panose="02040503050406030204" pitchFamily="18" charset="0"/>
            </a:endParaRPr>
          </a:p>
          <a:p>
            <a:pPr marL="0" indent="0">
              <a:lnSpc>
                <a:spcPct val="120000"/>
              </a:lnSpc>
              <a:buNone/>
            </a:pPr>
            <a:r>
              <a:rPr lang="en-US" dirty="0">
                <a:latin typeface="Cambria" panose="02040503050406030204" pitchFamily="18" charset="0"/>
                <a:ea typeface="Cambria" panose="02040503050406030204" pitchFamily="18" charset="0"/>
              </a:rPr>
              <a:t>In conclusion, the automated finance receipting system presents a scalable, robust, and efficient approach to managing high-volume financial transactions, which can be easily adapted to other industries with similar repetitive tasks. The solution not only addresses current business needs but also sets the stage for future advancements in automation and process optimization, offering considerable long-term benefits for organizations.</a:t>
            </a:r>
          </a:p>
          <a:p>
            <a:pPr marL="0" indent="0">
              <a:buNone/>
            </a:pPr>
            <a:endParaRPr lang="en-GB" dirty="0"/>
          </a:p>
        </p:txBody>
      </p:sp>
    </p:spTree>
    <p:extLst>
      <p:ext uri="{BB962C8B-B14F-4D97-AF65-F5344CB8AC3E}">
        <p14:creationId xmlns:p14="http://schemas.microsoft.com/office/powerpoint/2010/main" val="2238571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ctr">
              <a:lnSpc>
                <a:spcPct val="200000"/>
              </a:lnSpc>
              <a:spcBef>
                <a:spcPts val="0"/>
              </a:spcBef>
              <a:buSzPct val="100000"/>
              <a:buFont typeface="Arial"/>
              <a:buNone/>
            </a:pPr>
            <a:r>
              <a:rPr lang="en-US" dirty="0">
                <a:latin typeface="Cambria" panose="02040503050406030204" pitchFamily="18" charset="0"/>
                <a:ea typeface="Cambria" panose="02040503050406030204" pitchFamily="18" charset="0"/>
              </a:rPr>
              <a:t>https://github.com/keren05/CAPSTONE-PROJECT-G36</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fontScale="92500" lnSpcReduction="20000"/>
          </a:bodyPr>
          <a:lstStyle/>
          <a:p>
            <a:r>
              <a:rPr lang="en-IN" sz="2400" dirty="0">
                <a:latin typeface="Cambria" panose="02040503050406030204" pitchFamily="18" charset="0"/>
                <a:ea typeface="Cambria" panose="02040503050406030204" pitchFamily="18" charset="0"/>
              </a:rPr>
              <a:t>J. G. </a:t>
            </a:r>
            <a:r>
              <a:rPr lang="en-IN" sz="2400" dirty="0" err="1">
                <a:latin typeface="Cambria" panose="02040503050406030204" pitchFamily="18" charset="0"/>
                <a:ea typeface="Cambria" panose="02040503050406030204" pitchFamily="18" charset="0"/>
              </a:rPr>
              <a:t>Enríquez</a:t>
            </a:r>
            <a:r>
              <a:rPr lang="en-IN" sz="2400" dirty="0">
                <a:latin typeface="Cambria" panose="02040503050406030204" pitchFamily="18" charset="0"/>
                <a:ea typeface="Cambria" panose="02040503050406030204" pitchFamily="18" charset="0"/>
              </a:rPr>
              <a:t>, A. Jiménez-Ramírez, F. J. Domínguez-Mayo and J. A. García-García, </a:t>
            </a:r>
            <a:r>
              <a:rPr lang="en-IN" sz="2400" b="1" dirty="0">
                <a:latin typeface="Cambria" panose="02040503050406030204" pitchFamily="18" charset="0"/>
                <a:ea typeface="Cambria" panose="02040503050406030204" pitchFamily="18" charset="0"/>
              </a:rPr>
              <a:t>"Robotic Process Automation: A Scientific and Industrial Systematic Mapping Study“, </a:t>
            </a:r>
            <a:r>
              <a:rPr lang="en-IN" sz="2400" dirty="0">
                <a:latin typeface="Cambria" panose="02040503050406030204" pitchFamily="18" charset="0"/>
                <a:ea typeface="Cambria" panose="02040503050406030204" pitchFamily="18" charset="0"/>
              </a:rPr>
              <a:t>in IEEE Access, vol. 8, pp. 39113-39129, 2020, </a:t>
            </a:r>
            <a:r>
              <a:rPr lang="en-IN" sz="2400" dirty="0" err="1">
                <a:latin typeface="Cambria" panose="02040503050406030204" pitchFamily="18" charset="0"/>
                <a:ea typeface="Cambria" panose="02040503050406030204" pitchFamily="18" charset="0"/>
              </a:rPr>
              <a:t>doi</a:t>
            </a:r>
            <a:r>
              <a:rPr lang="en-IN" sz="2400" dirty="0">
                <a:latin typeface="Cambria" panose="02040503050406030204" pitchFamily="18" charset="0"/>
                <a:ea typeface="Cambria" panose="02040503050406030204" pitchFamily="18" charset="0"/>
              </a:rPr>
              <a:t>: 10.1109/ACCESS.2020.2974934.</a:t>
            </a:r>
          </a:p>
          <a:p>
            <a:r>
              <a:rPr lang="en-US" sz="2400" dirty="0" err="1">
                <a:latin typeface="Cambria" panose="02040503050406030204" pitchFamily="18" charset="0"/>
                <a:ea typeface="Cambria" panose="02040503050406030204" pitchFamily="18" charset="0"/>
              </a:rPr>
              <a:t>Kosadi</a:t>
            </a:r>
            <a:r>
              <a:rPr lang="en-US" sz="2400" dirty="0">
                <a:latin typeface="Cambria" panose="02040503050406030204" pitchFamily="18" charset="0"/>
                <a:ea typeface="Cambria" panose="02040503050406030204" pitchFamily="18" charset="0"/>
              </a:rPr>
              <a:t>, Ferry &amp; Ginting, </a:t>
            </a:r>
            <a:r>
              <a:rPr lang="en-US" sz="2400" dirty="0" err="1">
                <a:latin typeface="Cambria" panose="02040503050406030204" pitchFamily="18" charset="0"/>
                <a:ea typeface="Cambria" panose="02040503050406030204" pitchFamily="18" charset="0"/>
              </a:rPr>
              <a:t>Wajib</a:t>
            </a:r>
            <a:r>
              <a:rPr lang="en-US" sz="2400" dirty="0">
                <a:latin typeface="Cambria" panose="02040503050406030204" pitchFamily="18" charset="0"/>
                <a:ea typeface="Cambria" panose="02040503050406030204" pitchFamily="18" charset="0"/>
              </a:rPr>
              <a:t> &amp; </a:t>
            </a:r>
            <a:r>
              <a:rPr lang="en-US" sz="2400" dirty="0" err="1">
                <a:latin typeface="Cambria" panose="02040503050406030204" pitchFamily="18" charset="0"/>
                <a:ea typeface="Cambria" panose="02040503050406030204" pitchFamily="18" charset="0"/>
              </a:rPr>
              <a:t>Merliana</a:t>
            </a:r>
            <a:r>
              <a:rPr lang="en-US" sz="2400" dirty="0">
                <a:latin typeface="Cambria" panose="02040503050406030204" pitchFamily="18" charset="0"/>
                <a:ea typeface="Cambria" panose="02040503050406030204" pitchFamily="18" charset="0"/>
              </a:rPr>
              <a:t>, Vina. (2021). </a:t>
            </a:r>
            <a:r>
              <a:rPr lang="en-US" sz="2400" b="1" dirty="0">
                <a:latin typeface="Cambria" panose="02040503050406030204" pitchFamily="18" charset="0"/>
                <a:ea typeface="Cambria" panose="02040503050406030204" pitchFamily="18" charset="0"/>
              </a:rPr>
              <a:t>Digital Receipts of Online Transactions in the Reconciliation Process and the Preparation of Financial Reports</a:t>
            </a:r>
            <a:r>
              <a:rPr lang="en-US" sz="2400" dirty="0">
                <a:latin typeface="Cambria" panose="02040503050406030204" pitchFamily="18" charset="0"/>
                <a:ea typeface="Cambria" panose="02040503050406030204" pitchFamily="18" charset="0"/>
              </a:rPr>
              <a:t>. Journal of Indonesian Economy and Business. 36. 31. 10.22146/jieb.59884.</a:t>
            </a:r>
          </a:p>
          <a:p>
            <a:r>
              <a:rPr lang="en-IN" sz="2400" dirty="0">
                <a:latin typeface="Cambria" panose="02040503050406030204" pitchFamily="18" charset="0"/>
                <a:ea typeface="Cambria" panose="02040503050406030204" pitchFamily="18" charset="0"/>
              </a:rPr>
              <a:t>Costa, Diogo &amp; S. </a:t>
            </a:r>
            <a:r>
              <a:rPr lang="en-IN" sz="2400" dirty="0" err="1">
                <a:latin typeface="Cambria" panose="02040503050406030204" pitchFamily="18" charset="0"/>
                <a:ea typeface="Cambria" panose="02040503050406030204" pitchFamily="18" charset="0"/>
              </a:rPr>
              <a:t>Mamede</a:t>
            </a:r>
            <a:r>
              <a:rPr lang="en-IN" sz="2400" dirty="0">
                <a:latin typeface="Cambria" panose="02040503050406030204" pitchFamily="18" charset="0"/>
                <a:ea typeface="Cambria" panose="02040503050406030204" pitchFamily="18" charset="0"/>
              </a:rPr>
              <a:t>, Henrique &amp; Mira da Silva, Miguel. (2022). </a:t>
            </a:r>
            <a:r>
              <a:rPr lang="en-IN" sz="2400" b="1" dirty="0">
                <a:latin typeface="Cambria" panose="02040503050406030204" pitchFamily="18" charset="0"/>
                <a:ea typeface="Cambria" panose="02040503050406030204" pitchFamily="18" charset="0"/>
              </a:rPr>
              <a:t>Robotic Process Automation (RPA) Adoption: A Systematic Literature Review. Engineering Management in Production and Services</a:t>
            </a:r>
            <a:r>
              <a:rPr lang="en-IN" sz="2400" dirty="0">
                <a:latin typeface="Cambria" panose="02040503050406030204" pitchFamily="18" charset="0"/>
                <a:ea typeface="Cambria" panose="02040503050406030204" pitchFamily="18" charset="0"/>
              </a:rPr>
              <a:t>. 14. 1-12. 10.2478/emj-2022-0012. </a:t>
            </a:r>
          </a:p>
          <a:p>
            <a:pPr marL="152400" indent="0" algn="just">
              <a:spcBef>
                <a:spcPts val="0"/>
              </a:spcBef>
              <a:buSzPct val="100000"/>
              <a:buNone/>
            </a:pPr>
            <a:endParaRPr lang="en-IN" sz="2400" dirty="0">
              <a:latin typeface="Cambria" panose="02040503050406030204" pitchFamily="18" charset="0"/>
              <a:ea typeface="Cambria" panose="02040503050406030204" pitchFamily="18" charset="0"/>
            </a:endParaRPr>
          </a:p>
          <a:p>
            <a:pPr marL="438150" indent="-285750" algn="just">
              <a:spcBef>
                <a:spcPts val="0"/>
              </a:spcBef>
              <a:buSzPct val="100000"/>
            </a:pPr>
            <a:r>
              <a:rPr lang="en-US" sz="2400" dirty="0" err="1">
                <a:latin typeface="Cambria" panose="02040503050406030204" pitchFamily="18" charset="0"/>
                <a:ea typeface="Cambria" panose="02040503050406030204" pitchFamily="18" charset="0"/>
              </a:rPr>
              <a:t>Madakam</a:t>
            </a:r>
            <a:r>
              <a:rPr lang="en-US" sz="2400" dirty="0">
                <a:latin typeface="Cambria" panose="02040503050406030204" pitchFamily="18" charset="0"/>
                <a:ea typeface="Cambria" panose="02040503050406030204" pitchFamily="18" charset="0"/>
              </a:rPr>
              <a:t>, S., </a:t>
            </a:r>
            <a:r>
              <a:rPr lang="en-US" sz="2400" dirty="0" err="1">
                <a:latin typeface="Cambria" panose="02040503050406030204" pitchFamily="18" charset="0"/>
                <a:ea typeface="Cambria" panose="02040503050406030204" pitchFamily="18" charset="0"/>
              </a:rPr>
              <a:t>Holmukhe</a:t>
            </a:r>
            <a:r>
              <a:rPr lang="en-US" sz="2400" dirty="0">
                <a:latin typeface="Cambria" panose="02040503050406030204" pitchFamily="18" charset="0"/>
                <a:ea typeface="Cambria" panose="02040503050406030204" pitchFamily="18" charset="0"/>
              </a:rPr>
              <a:t>, R. M., &amp; Jaiswal, D. K.. (2019). </a:t>
            </a:r>
            <a:r>
              <a:rPr lang="en-US" sz="2400" b="1" dirty="0">
                <a:latin typeface="Cambria" panose="02040503050406030204" pitchFamily="18" charset="0"/>
                <a:ea typeface="Cambria" panose="02040503050406030204" pitchFamily="18" charset="0"/>
              </a:rPr>
              <a:t>The Future Digital Work Force: Robotic Process Automation (RPA). </a:t>
            </a:r>
            <a:r>
              <a:rPr lang="en-US" sz="2400" dirty="0">
                <a:latin typeface="Cambria" panose="02040503050406030204" pitchFamily="18" charset="0"/>
                <a:ea typeface="Cambria" panose="02040503050406030204" pitchFamily="18" charset="0"/>
              </a:rPr>
              <a:t>JISTEM - Journal of Information Systems and Technology Management, 16, e201916001. </a:t>
            </a:r>
            <a:r>
              <a:rPr lang="en-US" sz="2400" dirty="0">
                <a:latin typeface="Cambria" panose="02040503050406030204" pitchFamily="18" charset="0"/>
                <a:ea typeface="Cambria" panose="02040503050406030204" pitchFamily="18" charset="0"/>
                <a:hlinkClick r:id="rId2"/>
              </a:rPr>
              <a:t>https://doi.org/10.4301/S1807-1775201916001</a:t>
            </a:r>
            <a:endParaRPr lang="en-US"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normAutofit/>
          </a:bodyPr>
          <a:lstStyle/>
          <a:p>
            <a:pPr marL="438150" indent="-285750" algn="just">
              <a:spcBef>
                <a:spcPts val="0"/>
              </a:spcBef>
              <a:buSzPct val="100000"/>
            </a:pPr>
            <a:r>
              <a:rPr lang="en-US" sz="2400" dirty="0">
                <a:latin typeface="Cambria" panose="02040503050406030204" pitchFamily="18" charset="0"/>
                <a:ea typeface="Cambria" panose="02040503050406030204" pitchFamily="18" charset="0"/>
              </a:rPr>
              <a:t>Balamurugan, A &amp; Vamsi, M &amp; Bhattacharya, </a:t>
            </a:r>
            <a:r>
              <a:rPr lang="en-US" sz="2400" dirty="0" err="1">
                <a:latin typeface="Cambria" panose="02040503050406030204" pitchFamily="18" charset="0"/>
                <a:ea typeface="Cambria" panose="02040503050406030204" pitchFamily="18" charset="0"/>
              </a:rPr>
              <a:t>Rajib</a:t>
            </a:r>
            <a:r>
              <a:rPr lang="en-US" sz="2400" dirty="0">
                <a:latin typeface="Cambria" panose="02040503050406030204" pitchFamily="18" charset="0"/>
                <a:ea typeface="Cambria" panose="02040503050406030204" pitchFamily="18" charset="0"/>
              </a:rPr>
              <a:t> &amp; Mohammed, Shariq &amp; Kaushik, Priyanka &amp; </a:t>
            </a:r>
            <a:r>
              <a:rPr lang="en-US" sz="2400" dirty="0" err="1">
                <a:latin typeface="Cambria" panose="02040503050406030204" pitchFamily="18" charset="0"/>
                <a:ea typeface="Cambria" panose="02040503050406030204" pitchFamily="18" charset="0"/>
              </a:rPr>
              <a:t>Haralayya</a:t>
            </a:r>
            <a:r>
              <a:rPr lang="en-US" sz="2400" dirty="0">
                <a:latin typeface="Cambria" panose="02040503050406030204" pitchFamily="18" charset="0"/>
                <a:ea typeface="Cambria" panose="02040503050406030204" pitchFamily="18" charset="0"/>
              </a:rPr>
              <a:t>, Dr. (2023). </a:t>
            </a:r>
            <a:r>
              <a:rPr lang="en-US" sz="2400" b="1" dirty="0">
                <a:latin typeface="Cambria" panose="02040503050406030204" pitchFamily="18" charset="0"/>
                <a:ea typeface="Cambria" panose="02040503050406030204" pitchFamily="18" charset="0"/>
              </a:rPr>
              <a:t>ROBOTIC PROCESS AUTOMATION (RPA) IN ACCOUNTING AND AUDITING OF BUSINESS AND FINANCIAL INFORMATION</a:t>
            </a:r>
            <a:r>
              <a:rPr lang="en-US" sz="2400" dirty="0">
                <a:latin typeface="Cambria" panose="02040503050406030204" pitchFamily="18" charset="0"/>
                <a:ea typeface="Cambria" panose="02040503050406030204" pitchFamily="18" charset="0"/>
              </a:rPr>
              <a:t>. Manager. 58. 127-142. </a:t>
            </a:r>
          </a:p>
          <a:p>
            <a:pPr marL="438150" indent="-285750" algn="just">
              <a:spcBef>
                <a:spcPts val="0"/>
              </a:spcBef>
              <a:buSzPct val="100000"/>
            </a:pPr>
            <a:r>
              <a:rPr lang="en-IN" sz="2400" dirty="0" err="1">
                <a:latin typeface="Cambria" panose="02040503050406030204" pitchFamily="18" charset="0"/>
                <a:ea typeface="Cambria" panose="02040503050406030204" pitchFamily="18" charset="0"/>
              </a:rPr>
              <a:t>Ayinla</a:t>
            </a:r>
            <a:r>
              <a:rPr lang="en-IN" sz="2400" dirty="0">
                <a:latin typeface="Cambria" panose="02040503050406030204" pitchFamily="18" charset="0"/>
                <a:ea typeface="Cambria" panose="02040503050406030204" pitchFamily="18" charset="0"/>
              </a:rPr>
              <a:t>, Benjamin &amp; </a:t>
            </a:r>
            <a:r>
              <a:rPr lang="en-IN" sz="2400" dirty="0" err="1">
                <a:latin typeface="Cambria" panose="02040503050406030204" pitchFamily="18" charset="0"/>
                <a:ea typeface="Cambria" panose="02040503050406030204" pitchFamily="18" charset="0"/>
              </a:rPr>
              <a:t>Atadoga</a:t>
            </a:r>
            <a:r>
              <a:rPr lang="en-IN" sz="2400" dirty="0">
                <a:latin typeface="Cambria" panose="02040503050406030204" pitchFamily="18" charset="0"/>
                <a:ea typeface="Cambria" panose="02040503050406030204" pitchFamily="18" charset="0"/>
              </a:rPr>
              <a:t>, </a:t>
            </a:r>
            <a:r>
              <a:rPr lang="en-IN" sz="2400" dirty="0" err="1">
                <a:latin typeface="Cambria" panose="02040503050406030204" pitchFamily="18" charset="0"/>
                <a:ea typeface="Cambria" panose="02040503050406030204" pitchFamily="18" charset="0"/>
              </a:rPr>
              <a:t>Akoh</a:t>
            </a:r>
            <a:r>
              <a:rPr lang="en-IN" sz="2400" dirty="0">
                <a:latin typeface="Cambria" panose="02040503050406030204" pitchFamily="18" charset="0"/>
                <a:ea typeface="Cambria" panose="02040503050406030204" pitchFamily="18" charset="0"/>
              </a:rPr>
              <a:t> &amp; Ike, Chinedu &amp; Ndubuisi, Ndubuisi &amp; </a:t>
            </a:r>
            <a:r>
              <a:rPr lang="en-IN" sz="2400" dirty="0" err="1">
                <a:latin typeface="Cambria" panose="02040503050406030204" pitchFamily="18" charset="0"/>
                <a:ea typeface="Cambria" panose="02040503050406030204" pitchFamily="18" charset="0"/>
              </a:rPr>
              <a:t>Asuzu</a:t>
            </a:r>
            <a:r>
              <a:rPr lang="en-IN" sz="2400" dirty="0">
                <a:latin typeface="Cambria" panose="02040503050406030204" pitchFamily="18" charset="0"/>
                <a:ea typeface="Cambria" panose="02040503050406030204" pitchFamily="18" charset="0"/>
              </a:rPr>
              <a:t>, </a:t>
            </a:r>
            <a:r>
              <a:rPr lang="en-IN" sz="2400" dirty="0" err="1">
                <a:latin typeface="Cambria" panose="02040503050406030204" pitchFamily="18" charset="0"/>
                <a:ea typeface="Cambria" panose="02040503050406030204" pitchFamily="18" charset="0"/>
              </a:rPr>
              <a:t>Onyeka</a:t>
            </a:r>
            <a:r>
              <a:rPr lang="en-IN" sz="2400" dirty="0">
                <a:latin typeface="Cambria" panose="02040503050406030204" pitchFamily="18" charset="0"/>
                <a:ea typeface="Cambria" panose="02040503050406030204" pitchFamily="18" charset="0"/>
              </a:rPr>
              <a:t> Franca &amp; </a:t>
            </a:r>
            <a:r>
              <a:rPr lang="en-IN" sz="2400" dirty="0" err="1">
                <a:latin typeface="Cambria" panose="02040503050406030204" pitchFamily="18" charset="0"/>
                <a:ea typeface="Cambria" panose="02040503050406030204" pitchFamily="18" charset="0"/>
              </a:rPr>
              <a:t>Adeleye</a:t>
            </a:r>
            <a:r>
              <a:rPr lang="en-IN" sz="2400" dirty="0">
                <a:latin typeface="Cambria" panose="02040503050406030204" pitchFamily="18" charset="0"/>
                <a:ea typeface="Cambria" panose="02040503050406030204" pitchFamily="18" charset="0"/>
              </a:rPr>
              <a:t>, Rhoda. (2024). </a:t>
            </a:r>
            <a:r>
              <a:rPr lang="en-IN" sz="2400" b="1" dirty="0">
                <a:latin typeface="Cambria" panose="02040503050406030204" pitchFamily="18" charset="0"/>
                <a:ea typeface="Cambria" panose="02040503050406030204" pitchFamily="18" charset="0"/>
              </a:rPr>
              <a:t>THE ROLE OF ROBOTIC PROCESS AUTOMATION (RPA) IN MODERN ACCOUNTING: A REVIEW - INVESTIGATING HOW AUTOMATION TOOLS ARE TRANSFORMING TRADITIONAL ACCOUNTING PRACTICES</a:t>
            </a:r>
            <a:r>
              <a:rPr lang="en-IN" sz="2400" dirty="0">
                <a:latin typeface="Cambria" panose="02040503050406030204" pitchFamily="18" charset="0"/>
                <a:ea typeface="Cambria" panose="02040503050406030204" pitchFamily="18" charset="0"/>
              </a:rPr>
              <a:t>. Engineering Science &amp; Technology Journal. 5. 427-447. 10.51594/estj.v5i2.804. </a:t>
            </a:r>
          </a:p>
          <a:p>
            <a:pPr marL="438150" indent="-285750" algn="just">
              <a:spcBef>
                <a:spcPts val="0"/>
              </a:spcBef>
              <a:buSzPct val="100000"/>
            </a:pPr>
            <a:endParaRPr lang="en-IN"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a:p>
            <a:endParaRPr lang="en-GB" dirty="0"/>
          </a:p>
        </p:txBody>
      </p:sp>
    </p:spTree>
    <p:extLst>
      <p:ext uri="{BB962C8B-B14F-4D97-AF65-F5344CB8AC3E}">
        <p14:creationId xmlns:p14="http://schemas.microsoft.com/office/powerpoint/2010/main" val="2589250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0DEF78C-A0C4-EB04-02C4-4052E05259EB}"/>
              </a:ext>
            </a:extLst>
          </p:cNvPr>
          <p:cNvPicPr>
            <a:picLocks noChangeAspect="1"/>
          </p:cNvPicPr>
          <p:nvPr/>
        </p:nvPicPr>
        <p:blipFill>
          <a:blip r:embed="rId2"/>
          <a:stretch>
            <a:fillRect/>
          </a:stretch>
        </p:blipFill>
        <p:spPr>
          <a:xfrm>
            <a:off x="3461969" y="999786"/>
            <a:ext cx="5877973" cy="5420916"/>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229</TotalTime>
  <Words>1485</Words>
  <Application>Microsoft Office PowerPoint</Application>
  <PresentationFormat>Widescreen</PresentationFormat>
  <Paragraphs>145</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Bookman Old Style</vt:lpstr>
      <vt:lpstr>Calibri</vt:lpstr>
      <vt:lpstr>Cambria</vt:lpstr>
      <vt:lpstr>Symbol</vt:lpstr>
      <vt:lpstr>Times New Roman</vt:lpstr>
      <vt:lpstr>Verdana</vt:lpstr>
      <vt:lpstr>Bioinformatics</vt:lpstr>
      <vt:lpstr>Finance Receipting using Robotic Process Automation</vt:lpstr>
      <vt:lpstr>Introduction</vt:lpstr>
      <vt:lpstr>Literature Review</vt:lpstr>
      <vt:lpstr>Literature Review</vt:lpstr>
      <vt:lpstr>Existing method Drawback</vt:lpstr>
      <vt:lpstr>Existing method Drawback</vt:lpstr>
      <vt:lpstr>Proposed Method</vt:lpstr>
      <vt:lpstr>Objectives</vt:lpstr>
      <vt:lpstr>Methodology/Modules</vt:lpstr>
      <vt:lpstr>Architecture</vt:lpstr>
      <vt:lpstr>Hardware/software components</vt:lpstr>
      <vt:lpstr>Timeline of Project</vt:lpstr>
      <vt:lpstr>Expected Outcomes</vt:lpstr>
      <vt:lpstr>Conclusion</vt:lpstr>
      <vt:lpstr>Github Link</vt:lpstr>
      <vt:lpstr>References</vt:lpstr>
      <vt:lpstr>References</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Keren Elisheba S</cp:lastModifiedBy>
  <cp:revision>18</cp:revision>
  <dcterms:created xsi:type="dcterms:W3CDTF">2023-03-16T03:26:27Z</dcterms:created>
  <dcterms:modified xsi:type="dcterms:W3CDTF">2024-10-21T01:13:38Z</dcterms:modified>
</cp:coreProperties>
</file>